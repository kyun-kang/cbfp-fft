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3251" r:id="rId2"/>
    <p:sldId id="3352" r:id="rId3"/>
    <p:sldId id="3351" r:id="rId4"/>
    <p:sldId id="3348" r:id="rId5"/>
    <p:sldId id="3354" r:id="rId6"/>
    <p:sldId id="3355" r:id="rId7"/>
    <p:sldId id="3356" r:id="rId8"/>
    <p:sldId id="3353" r:id="rId9"/>
    <p:sldId id="334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AFF"/>
    <a:srgbClr val="FFFFFF"/>
    <a:srgbClr val="7F7F7F"/>
    <a:srgbClr val="CC00FF"/>
    <a:srgbClr val="0A0A0A"/>
    <a:srgbClr val="4472C4"/>
    <a:srgbClr val="E9A1F5"/>
    <a:srgbClr val="FF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814" autoAdjust="0"/>
  </p:normalViewPr>
  <p:slideViewPr>
    <p:cSldViewPr snapToGrid="0">
      <p:cViewPr>
        <p:scale>
          <a:sx n="150" d="100"/>
          <a:sy n="150" d="100"/>
        </p:scale>
        <p:origin x="96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71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8A2327C-14F8-48E8-8564-BAF8509C0E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BCC00B-672F-4052-AA15-0717BD29C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AE612-3817-49B1-8A9C-3D98134F739F}" type="datetimeFigureOut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4B9775-6296-45E3-A745-8294F6C4EB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74F812-CBAF-489E-8C5C-2AE3B4100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78DCF-34D7-45F2-B867-3D57358A9348}" type="slidenum">
              <a:rPr lang="ko-KR" altLang="en-US" sz="1500" b="1" smtClean="0"/>
              <a:t>‹#›</a:t>
            </a:fld>
            <a:endParaRPr lang="ko-KR" altLang="en-US" sz="1500" b="1"/>
          </a:p>
        </p:txBody>
      </p:sp>
    </p:spTree>
    <p:extLst>
      <p:ext uri="{BB962C8B-B14F-4D97-AF65-F5344CB8AC3E}">
        <p14:creationId xmlns:p14="http://schemas.microsoft.com/office/powerpoint/2010/main" val="27135166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17D76-9371-48A9-BB51-0184455DD3DF}" type="datetimeFigureOut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DF02-286A-4F6F-A727-6FB39D39A1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179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5D430-612F-46E6-9785-BD62BC58C551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40650B1-9240-4C9C-A773-98AAC1AF8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1" t="7010" r="15086" b="68385"/>
          <a:stretch/>
        </p:blipFill>
        <p:spPr>
          <a:xfrm>
            <a:off x="265068" y="6480734"/>
            <a:ext cx="927155" cy="244060"/>
          </a:xfrm>
          <a:prstGeom prst="rect">
            <a:avLst/>
          </a:prstGeom>
        </p:spPr>
      </p:pic>
      <p:pic>
        <p:nvPicPr>
          <p:cNvPr id="8" name="그림 10" descr="연구실로고글자포함(배경투명)700x250.png">
            <a:extLst>
              <a:ext uri="{FF2B5EF4-FFF2-40B4-BE49-F238E27FC236}">
                <a16:creationId xmlns:a16="http://schemas.microsoft.com/office/drawing/2014/main" id="{AB025F21-4946-4664-A926-879C074D75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 t="9937" r="49605" b="20531"/>
          <a:stretch>
            <a:fillRect/>
          </a:stretch>
        </p:blipFill>
        <p:spPr bwMode="auto">
          <a:xfrm>
            <a:off x="1192223" y="6420203"/>
            <a:ext cx="92715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FBEC53E-9311-4881-BA11-C74B62993F2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71997" y="2938411"/>
            <a:ext cx="8848007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</p:spTree>
    <p:extLst>
      <p:ext uri="{BB962C8B-B14F-4D97-AF65-F5344CB8AC3E}">
        <p14:creationId xmlns:p14="http://schemas.microsoft.com/office/powerpoint/2010/main" val="11912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834C-B859-4C7B-85FF-C2394CFA6B5E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413FFD7-FCF5-4D08-87D7-DDE4BD531389}"/>
              </a:ext>
            </a:extLst>
          </p:cNvPr>
          <p:cNvCxnSpPr/>
          <p:nvPr userDrawn="1"/>
        </p:nvCxnSpPr>
        <p:spPr bwMode="auto">
          <a:xfrm>
            <a:off x="455712" y="709897"/>
            <a:ext cx="11280576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1DE242E9-CD9D-45FE-888A-F5A173C380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1" t="7010" r="15086" b="68385"/>
          <a:stretch/>
        </p:blipFill>
        <p:spPr>
          <a:xfrm>
            <a:off x="265068" y="6480734"/>
            <a:ext cx="927155" cy="244060"/>
          </a:xfrm>
          <a:prstGeom prst="rect">
            <a:avLst/>
          </a:prstGeom>
        </p:spPr>
      </p:pic>
      <p:pic>
        <p:nvPicPr>
          <p:cNvPr id="9" name="그림 10" descr="연구실로고글자포함(배경투명)700x250.png">
            <a:extLst>
              <a:ext uri="{FF2B5EF4-FFF2-40B4-BE49-F238E27FC236}">
                <a16:creationId xmlns:a16="http://schemas.microsoft.com/office/drawing/2014/main" id="{695AFF39-9460-4F17-A384-50B2CA263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 t="9937" r="49605" b="20531"/>
          <a:stretch>
            <a:fillRect/>
          </a:stretch>
        </p:blipFill>
        <p:spPr bwMode="auto">
          <a:xfrm>
            <a:off x="1192223" y="6420203"/>
            <a:ext cx="92715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811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73C3-2F16-4990-864C-7A6287A374DB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38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C7C7B-6191-486B-8113-FECA2E6422E8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10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6D4-9367-411D-BC1E-0E7DFC46ABAD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16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228D-28D7-4C8B-B6E6-D56B7A487A52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0C3A-6C7C-4DFB-87DC-A0121C45F29A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22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FCB1-52E1-42EA-B239-8CE4127A006A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92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2284-A903-4BBF-8965-54C0FAD5FAD2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4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2F71-C430-42DE-8E05-0D35BA167467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856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EEFB-A66E-4595-BCF3-DF0963FB32AC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57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D109A-8B8E-456A-BD96-D7FD9C00C8A7}" type="datetime1">
              <a:rPr lang="ko-KR" altLang="en-US" smtClean="0"/>
              <a:t>2022-04-07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A0926-60C7-499C-A34A-C0D31679E0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07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B8D08AE2-F5FD-40E6-9032-0F2D7106B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286053"/>
            <a:ext cx="6858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b="1" dirty="0">
                <a:latin typeface="+mj-ea"/>
                <a:ea typeface="+mj-ea"/>
              </a:rPr>
              <a:t> 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04.08</a:t>
            </a:r>
          </a:p>
          <a:p>
            <a:r>
              <a:rPr lang="ko-KR" altLang="en-US" b="1" dirty="0" err="1">
                <a:latin typeface="+mj-ea"/>
                <a:ea typeface="+mj-ea"/>
              </a:rPr>
              <a:t>강석현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오정석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C47EB0A-EF8D-4B10-BB7B-0AB4463E2F88}"/>
              </a:ext>
            </a:extLst>
          </p:cNvPr>
          <p:cNvSpPr txBox="1">
            <a:spLocks/>
          </p:cNvSpPr>
          <p:nvPr/>
        </p:nvSpPr>
        <p:spPr>
          <a:xfrm>
            <a:off x="1853183" y="2129865"/>
            <a:ext cx="848563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>
              <a:lnSpc>
                <a:spcPct val="100000"/>
              </a:lnSpc>
            </a:pPr>
            <a:r>
              <a:rPr lang="en-US" altLang="ko-KR" sz="4000" b="1" dirty="0">
                <a:latin typeface="Arial" charset="0"/>
                <a:ea typeface="돋움" pitchFamily="50" charset="-127"/>
              </a:rPr>
              <a:t>AIM-Spice </a:t>
            </a:r>
            <a:r>
              <a:rPr lang="ko-KR" altLang="en-US" sz="4000" b="1" dirty="0">
                <a:latin typeface="Arial" charset="0"/>
                <a:ea typeface="돋움" pitchFamily="50" charset="-127"/>
              </a:rPr>
              <a:t>실습보고서 </a:t>
            </a:r>
            <a:r>
              <a:rPr lang="en-US" altLang="ko-KR" sz="4000" b="1" dirty="0">
                <a:latin typeface="Arial" charset="0"/>
                <a:ea typeface="돋움" pitchFamily="50" charset="-127"/>
              </a:rPr>
              <a:t>12</a:t>
            </a:r>
            <a:endParaRPr lang="ko-KR" altLang="en-US" sz="4000" b="1" dirty="0">
              <a:latin typeface="Arial" charset="0"/>
              <a:ea typeface="돋움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AE62D1B-30F6-4E30-BB9F-694422D21BC6}"/>
              </a:ext>
            </a:extLst>
          </p:cNvPr>
          <p:cNvSpPr txBox="1">
            <a:spLocks/>
          </p:cNvSpPr>
          <p:nvPr/>
        </p:nvSpPr>
        <p:spPr>
          <a:xfrm>
            <a:off x="1853183" y="3086036"/>
            <a:ext cx="848563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1">
              <a:lnSpc>
                <a:spcPct val="100000"/>
              </a:lnSpc>
            </a:pPr>
            <a:r>
              <a:rPr lang="en-US" altLang="ko-KR" sz="2500" b="1" dirty="0">
                <a:latin typeface="Arial" charset="0"/>
                <a:ea typeface="돋움" pitchFamily="50" charset="-127"/>
              </a:rPr>
              <a:t>Scan Driver Circuit Design</a:t>
            </a:r>
          </a:p>
          <a:p>
            <a:pPr latinLnBrk="1">
              <a:lnSpc>
                <a:spcPct val="100000"/>
              </a:lnSpc>
            </a:pPr>
            <a:r>
              <a:rPr lang="en-US" altLang="ko-KR" sz="2500" b="1" dirty="0">
                <a:latin typeface="Arial" charset="0"/>
                <a:ea typeface="돋움" pitchFamily="50" charset="-127"/>
              </a:rPr>
              <a:t>11T-2C-4CLK</a:t>
            </a:r>
          </a:p>
        </p:txBody>
      </p:sp>
    </p:spTree>
    <p:extLst>
      <p:ext uri="{BB962C8B-B14F-4D97-AF65-F5344CB8AC3E}">
        <p14:creationId xmlns:p14="http://schemas.microsoft.com/office/powerpoint/2010/main" val="38339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2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5A8ABD6D-C1FC-44D9-B270-69F0CD027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0" y="173174"/>
            <a:ext cx="30428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ko-KR" altLang="en-US" sz="3200" b="1" dirty="0">
                <a:latin typeface="+mj-ea"/>
                <a:ea typeface="+mj-ea"/>
              </a:rPr>
              <a:t>회로 구조 변경</a:t>
            </a:r>
          </a:p>
        </p:txBody>
      </p:sp>
      <p:pic>
        <p:nvPicPr>
          <p:cNvPr id="517" name="그림 516" descr="텍스트이(가) 표시된 사진&#10;&#10;자동 생성된 설명">
            <a:extLst>
              <a:ext uri="{FF2B5EF4-FFF2-40B4-BE49-F238E27FC236}">
                <a16:creationId xmlns:a16="http://schemas.microsoft.com/office/drawing/2014/main" id="{032FA53B-CB6A-4AA0-B5EC-FD4757863D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1" t="7010" r="15086" b="68385"/>
          <a:stretch/>
        </p:blipFill>
        <p:spPr>
          <a:xfrm>
            <a:off x="198801" y="6480734"/>
            <a:ext cx="695366" cy="244060"/>
          </a:xfrm>
          <a:prstGeom prst="rect">
            <a:avLst/>
          </a:prstGeom>
        </p:spPr>
      </p:pic>
      <p:pic>
        <p:nvPicPr>
          <p:cNvPr id="519" name="그림 10" descr="연구실로고글자포함(배경투명)700x250.png">
            <a:extLst>
              <a:ext uri="{FF2B5EF4-FFF2-40B4-BE49-F238E27FC236}">
                <a16:creationId xmlns:a16="http://schemas.microsoft.com/office/drawing/2014/main" id="{C45DBA77-6D33-4DCE-839F-AF7DB94F43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9937" r="49605" b="20531"/>
          <a:stretch>
            <a:fillRect/>
          </a:stretch>
        </p:blipFill>
        <p:spPr bwMode="auto">
          <a:xfrm>
            <a:off x="894167" y="6420202"/>
            <a:ext cx="69536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1" name="TextBox 740">
            <a:extLst>
              <a:ext uri="{FF2B5EF4-FFF2-40B4-BE49-F238E27FC236}">
                <a16:creationId xmlns:a16="http://schemas.microsoft.com/office/drawing/2014/main" id="{9B2727C1-83FC-47B3-9027-8737B398B9FA}"/>
              </a:ext>
            </a:extLst>
          </p:cNvPr>
          <p:cNvSpPr txBox="1"/>
          <p:nvPr/>
        </p:nvSpPr>
        <p:spPr>
          <a:xfrm>
            <a:off x="374228" y="851208"/>
            <a:ext cx="11344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• Low Level</a:t>
            </a:r>
            <a:r>
              <a:rPr lang="ko-KR" altLang="en-US" sz="2000" dirty="0"/>
              <a:t>이 </a:t>
            </a:r>
            <a:r>
              <a:rPr lang="en-US" altLang="ko-KR" sz="2000" dirty="0"/>
              <a:t>-13V</a:t>
            </a:r>
            <a:r>
              <a:rPr lang="ko-KR" altLang="en-US" sz="2000" dirty="0"/>
              <a:t>까지 내려가는 </a:t>
            </a:r>
            <a:r>
              <a:rPr lang="en-US" altLang="ko-KR" sz="2000" dirty="0"/>
              <a:t>CLK1, CLK2</a:t>
            </a:r>
            <a:r>
              <a:rPr lang="ko-KR" altLang="en-US" sz="2000" dirty="0"/>
              <a:t>를 추가로 활용해서 회로</a:t>
            </a:r>
            <a:r>
              <a:rPr lang="en-US" altLang="ko-KR" sz="2000" dirty="0"/>
              <a:t> </a:t>
            </a:r>
            <a:r>
              <a:rPr lang="ko-KR" altLang="en-US" sz="2000" dirty="0"/>
              <a:t>설계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/>
              <a:t>• CKL1, CKL2</a:t>
            </a:r>
            <a:r>
              <a:rPr lang="ko-KR" altLang="en-US" sz="2000" dirty="0"/>
              <a:t>는 </a:t>
            </a:r>
            <a:r>
              <a:rPr lang="en-US" altLang="ko-KR" sz="2000" dirty="0"/>
              <a:t>CK1, CK2</a:t>
            </a:r>
            <a:r>
              <a:rPr lang="ko-KR" altLang="en-US" sz="2000" dirty="0"/>
              <a:t>와 같은 파형</a:t>
            </a:r>
            <a:r>
              <a:rPr lang="en-US" altLang="ko-KR" sz="2000" dirty="0"/>
              <a:t>, Low level = -13V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B06B95A-B51A-4E77-A002-28413038615F}"/>
              </a:ext>
            </a:extLst>
          </p:cNvPr>
          <p:cNvGrpSpPr/>
          <p:nvPr/>
        </p:nvGrpSpPr>
        <p:grpSpPr>
          <a:xfrm>
            <a:off x="28149" y="1723759"/>
            <a:ext cx="5488331" cy="3656968"/>
            <a:chOff x="50691" y="1600516"/>
            <a:chExt cx="5488331" cy="3656968"/>
          </a:xfrm>
        </p:grpSpPr>
        <p:grpSp>
          <p:nvGrpSpPr>
            <p:cNvPr id="759" name="그룹 758">
              <a:extLst>
                <a:ext uri="{FF2B5EF4-FFF2-40B4-BE49-F238E27FC236}">
                  <a16:creationId xmlns:a16="http://schemas.microsoft.com/office/drawing/2014/main" id="{074511B0-65E1-4358-90CF-2A5DD7024D2A}"/>
                </a:ext>
              </a:extLst>
            </p:cNvPr>
            <p:cNvGrpSpPr/>
            <p:nvPr/>
          </p:nvGrpSpPr>
          <p:grpSpPr>
            <a:xfrm rot="10800000" flipH="1">
              <a:off x="4313711" y="3969433"/>
              <a:ext cx="232254" cy="248378"/>
              <a:chOff x="1480270" y="4149080"/>
              <a:chExt cx="216024" cy="216024"/>
            </a:xfrm>
          </p:grpSpPr>
          <p:cxnSp>
            <p:nvCxnSpPr>
              <p:cNvPr id="867" name="직선 연결선 866">
                <a:extLst>
                  <a:ext uri="{FF2B5EF4-FFF2-40B4-BE49-F238E27FC236}">
                    <a16:creationId xmlns:a16="http://schemas.microsoft.com/office/drawing/2014/main" id="{ACA18B45-2331-460B-B4DB-CF684F4F97E4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8" name="직선 연결선 867">
                <a:extLst>
                  <a:ext uri="{FF2B5EF4-FFF2-40B4-BE49-F238E27FC236}">
                    <a16:creationId xmlns:a16="http://schemas.microsoft.com/office/drawing/2014/main" id="{5D403BE4-5C08-486B-BECC-970FFA6F9FE5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9" name="직선 연결선 868">
                <a:extLst>
                  <a:ext uri="{FF2B5EF4-FFF2-40B4-BE49-F238E27FC236}">
                    <a16:creationId xmlns:a16="http://schemas.microsoft.com/office/drawing/2014/main" id="{840B1487-A420-4A40-8CEA-4F382E4E98B9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70" name="직선 연결선 869">
                <a:extLst>
                  <a:ext uri="{FF2B5EF4-FFF2-40B4-BE49-F238E27FC236}">
                    <a16:creationId xmlns:a16="http://schemas.microsoft.com/office/drawing/2014/main" id="{08C86359-4C88-42C4-A366-0B0A80BE3BE1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0" name="그룹 759">
              <a:extLst>
                <a:ext uri="{FF2B5EF4-FFF2-40B4-BE49-F238E27FC236}">
                  <a16:creationId xmlns:a16="http://schemas.microsoft.com/office/drawing/2014/main" id="{386CF5EB-7A54-40E1-A6FF-6565169C474D}"/>
                </a:ext>
              </a:extLst>
            </p:cNvPr>
            <p:cNvGrpSpPr/>
            <p:nvPr/>
          </p:nvGrpSpPr>
          <p:grpSpPr>
            <a:xfrm rot="10800000" flipH="1">
              <a:off x="4323536" y="2886487"/>
              <a:ext cx="232254" cy="248378"/>
              <a:chOff x="1480270" y="4149080"/>
              <a:chExt cx="216024" cy="216024"/>
            </a:xfrm>
          </p:grpSpPr>
          <p:cxnSp>
            <p:nvCxnSpPr>
              <p:cNvPr id="863" name="직선 연결선 862">
                <a:extLst>
                  <a:ext uri="{FF2B5EF4-FFF2-40B4-BE49-F238E27FC236}">
                    <a16:creationId xmlns:a16="http://schemas.microsoft.com/office/drawing/2014/main" id="{50E977B6-BF84-4A9B-A6C6-F5EC1E48B0B6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4" name="직선 연결선 863">
                <a:extLst>
                  <a:ext uri="{FF2B5EF4-FFF2-40B4-BE49-F238E27FC236}">
                    <a16:creationId xmlns:a16="http://schemas.microsoft.com/office/drawing/2014/main" id="{BB1F6D10-1A62-489A-9F55-581D39EEF2FC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5" name="직선 연결선 864">
                <a:extLst>
                  <a:ext uri="{FF2B5EF4-FFF2-40B4-BE49-F238E27FC236}">
                    <a16:creationId xmlns:a16="http://schemas.microsoft.com/office/drawing/2014/main" id="{B986F107-EACD-45AE-9F86-13CA3595062A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6" name="직선 연결선 865">
                <a:extLst>
                  <a:ext uri="{FF2B5EF4-FFF2-40B4-BE49-F238E27FC236}">
                    <a16:creationId xmlns:a16="http://schemas.microsoft.com/office/drawing/2014/main" id="{BC400940-18B9-4FDB-A7AA-05608FAC5E1C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1" name="그룹 760">
              <a:extLst>
                <a:ext uri="{FF2B5EF4-FFF2-40B4-BE49-F238E27FC236}">
                  <a16:creationId xmlns:a16="http://schemas.microsoft.com/office/drawing/2014/main" id="{5E95B4C1-865B-4BE2-B85E-6B8D86215C63}"/>
                </a:ext>
              </a:extLst>
            </p:cNvPr>
            <p:cNvGrpSpPr/>
            <p:nvPr/>
          </p:nvGrpSpPr>
          <p:grpSpPr>
            <a:xfrm rot="10800000" flipH="1">
              <a:off x="3075026" y="3969433"/>
              <a:ext cx="232254" cy="248378"/>
              <a:chOff x="1480270" y="4149080"/>
              <a:chExt cx="216024" cy="216024"/>
            </a:xfrm>
          </p:grpSpPr>
          <p:cxnSp>
            <p:nvCxnSpPr>
              <p:cNvPr id="859" name="직선 연결선 858">
                <a:extLst>
                  <a:ext uri="{FF2B5EF4-FFF2-40B4-BE49-F238E27FC236}">
                    <a16:creationId xmlns:a16="http://schemas.microsoft.com/office/drawing/2014/main" id="{B0E43CC4-F977-4FE7-B6AF-9C6D1E7F1485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0" name="직선 연결선 859">
                <a:extLst>
                  <a:ext uri="{FF2B5EF4-FFF2-40B4-BE49-F238E27FC236}">
                    <a16:creationId xmlns:a16="http://schemas.microsoft.com/office/drawing/2014/main" id="{E5320631-8FDE-4B81-AEE8-20C1A3B9D540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1" name="직선 연결선 860">
                <a:extLst>
                  <a:ext uri="{FF2B5EF4-FFF2-40B4-BE49-F238E27FC236}">
                    <a16:creationId xmlns:a16="http://schemas.microsoft.com/office/drawing/2014/main" id="{78E47CA8-360E-414F-B71A-70540AF86971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62" name="직선 연결선 861">
                <a:extLst>
                  <a:ext uri="{FF2B5EF4-FFF2-40B4-BE49-F238E27FC236}">
                    <a16:creationId xmlns:a16="http://schemas.microsoft.com/office/drawing/2014/main" id="{AED0C065-4C07-4230-8B42-9A836ABF234C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2" name="그룹 761">
              <a:extLst>
                <a:ext uri="{FF2B5EF4-FFF2-40B4-BE49-F238E27FC236}">
                  <a16:creationId xmlns:a16="http://schemas.microsoft.com/office/drawing/2014/main" id="{763A4CB0-36D8-4EC0-A196-B13E38A3CE5E}"/>
                </a:ext>
              </a:extLst>
            </p:cNvPr>
            <p:cNvGrpSpPr/>
            <p:nvPr/>
          </p:nvGrpSpPr>
          <p:grpSpPr>
            <a:xfrm rot="10800000" flipH="1">
              <a:off x="3075026" y="3405246"/>
              <a:ext cx="232254" cy="248378"/>
              <a:chOff x="1480270" y="4149080"/>
              <a:chExt cx="216024" cy="216024"/>
            </a:xfrm>
          </p:grpSpPr>
          <p:cxnSp>
            <p:nvCxnSpPr>
              <p:cNvPr id="855" name="직선 연결선 854">
                <a:extLst>
                  <a:ext uri="{FF2B5EF4-FFF2-40B4-BE49-F238E27FC236}">
                    <a16:creationId xmlns:a16="http://schemas.microsoft.com/office/drawing/2014/main" id="{79509A1C-63BE-4E97-A39E-FE652FA8708E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6" name="직선 연결선 855">
                <a:extLst>
                  <a:ext uri="{FF2B5EF4-FFF2-40B4-BE49-F238E27FC236}">
                    <a16:creationId xmlns:a16="http://schemas.microsoft.com/office/drawing/2014/main" id="{0D4A14F9-30DD-4FDC-9C2C-2EA1A281C433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7" name="직선 연결선 856">
                <a:extLst>
                  <a:ext uri="{FF2B5EF4-FFF2-40B4-BE49-F238E27FC236}">
                    <a16:creationId xmlns:a16="http://schemas.microsoft.com/office/drawing/2014/main" id="{AF7A20E9-FD2D-46FB-AFD4-3FAEA9B315E2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8" name="직선 연결선 857">
                <a:extLst>
                  <a:ext uri="{FF2B5EF4-FFF2-40B4-BE49-F238E27FC236}">
                    <a16:creationId xmlns:a16="http://schemas.microsoft.com/office/drawing/2014/main" id="{D3C24D01-766A-4B30-927B-F8E7445C9BD8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3" name="그룹 762">
              <a:extLst>
                <a:ext uri="{FF2B5EF4-FFF2-40B4-BE49-F238E27FC236}">
                  <a16:creationId xmlns:a16="http://schemas.microsoft.com/office/drawing/2014/main" id="{6DAB56B6-FEA5-464A-8FA2-131B4235A3D3}"/>
                </a:ext>
              </a:extLst>
            </p:cNvPr>
            <p:cNvGrpSpPr/>
            <p:nvPr/>
          </p:nvGrpSpPr>
          <p:grpSpPr>
            <a:xfrm rot="16200000" flipH="1">
              <a:off x="1803582" y="3853304"/>
              <a:ext cx="248378" cy="232253"/>
              <a:chOff x="1480270" y="4149080"/>
              <a:chExt cx="216024" cy="216024"/>
            </a:xfrm>
          </p:grpSpPr>
          <p:cxnSp>
            <p:nvCxnSpPr>
              <p:cNvPr id="851" name="직선 연결선 850">
                <a:extLst>
                  <a:ext uri="{FF2B5EF4-FFF2-40B4-BE49-F238E27FC236}">
                    <a16:creationId xmlns:a16="http://schemas.microsoft.com/office/drawing/2014/main" id="{2FACAC46-9958-4978-9DD6-016B671FD017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2" name="직선 연결선 851">
                <a:extLst>
                  <a:ext uri="{FF2B5EF4-FFF2-40B4-BE49-F238E27FC236}">
                    <a16:creationId xmlns:a16="http://schemas.microsoft.com/office/drawing/2014/main" id="{C4EF4657-A35D-4634-9201-A3B252ADB7DF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3" name="직선 연결선 852">
                <a:extLst>
                  <a:ext uri="{FF2B5EF4-FFF2-40B4-BE49-F238E27FC236}">
                    <a16:creationId xmlns:a16="http://schemas.microsoft.com/office/drawing/2014/main" id="{DC3650B8-85CE-40DA-83AF-B79E54A5CF0D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4" name="직선 연결선 853">
                <a:extLst>
                  <a:ext uri="{FF2B5EF4-FFF2-40B4-BE49-F238E27FC236}">
                    <a16:creationId xmlns:a16="http://schemas.microsoft.com/office/drawing/2014/main" id="{88947B27-911C-49A2-BC20-028D9F16F86E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4" name="그룹 763">
              <a:extLst>
                <a:ext uri="{FF2B5EF4-FFF2-40B4-BE49-F238E27FC236}">
                  <a16:creationId xmlns:a16="http://schemas.microsoft.com/office/drawing/2014/main" id="{6951CEBB-35FB-4E26-809D-9935C067FEAF}"/>
                </a:ext>
              </a:extLst>
            </p:cNvPr>
            <p:cNvGrpSpPr/>
            <p:nvPr/>
          </p:nvGrpSpPr>
          <p:grpSpPr>
            <a:xfrm rot="10800000" flipH="1">
              <a:off x="2242165" y="2434052"/>
              <a:ext cx="232254" cy="248378"/>
              <a:chOff x="1480270" y="4149080"/>
              <a:chExt cx="216024" cy="216024"/>
            </a:xfrm>
          </p:grpSpPr>
          <p:cxnSp>
            <p:nvCxnSpPr>
              <p:cNvPr id="847" name="직선 연결선 846">
                <a:extLst>
                  <a:ext uri="{FF2B5EF4-FFF2-40B4-BE49-F238E27FC236}">
                    <a16:creationId xmlns:a16="http://schemas.microsoft.com/office/drawing/2014/main" id="{23C9A15E-3863-4C32-8AA1-8AF14E06C376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48" name="직선 연결선 847">
                <a:extLst>
                  <a:ext uri="{FF2B5EF4-FFF2-40B4-BE49-F238E27FC236}">
                    <a16:creationId xmlns:a16="http://schemas.microsoft.com/office/drawing/2014/main" id="{4FDAB140-A7EF-4603-A383-DDA09B26C510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49" name="직선 연결선 848">
                <a:extLst>
                  <a:ext uri="{FF2B5EF4-FFF2-40B4-BE49-F238E27FC236}">
                    <a16:creationId xmlns:a16="http://schemas.microsoft.com/office/drawing/2014/main" id="{2C29D5E9-3A2C-43C5-B075-0E358C33D4D4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850" name="직선 연결선 849">
                <a:extLst>
                  <a:ext uri="{FF2B5EF4-FFF2-40B4-BE49-F238E27FC236}">
                    <a16:creationId xmlns:a16="http://schemas.microsoft.com/office/drawing/2014/main" id="{8156DFF4-BAAE-4B3D-BF1C-5C584668707D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  <p:grpSp>
          <p:nvGrpSpPr>
            <p:cNvPr id="765" name="그룹 764">
              <a:extLst>
                <a:ext uri="{FF2B5EF4-FFF2-40B4-BE49-F238E27FC236}">
                  <a16:creationId xmlns:a16="http://schemas.microsoft.com/office/drawing/2014/main" id="{DCBDA666-C69E-40C5-A37A-50724F19BAA3}"/>
                </a:ext>
              </a:extLst>
            </p:cNvPr>
            <p:cNvGrpSpPr/>
            <p:nvPr/>
          </p:nvGrpSpPr>
          <p:grpSpPr>
            <a:xfrm rot="10800000" flipH="1">
              <a:off x="1304242" y="2769524"/>
              <a:ext cx="232254" cy="194158"/>
              <a:chOff x="1480270" y="4149080"/>
              <a:chExt cx="216024" cy="216024"/>
            </a:xfrm>
          </p:grpSpPr>
          <p:cxnSp>
            <p:nvCxnSpPr>
              <p:cNvPr id="843" name="직선 연결선 842">
                <a:extLst>
                  <a:ext uri="{FF2B5EF4-FFF2-40B4-BE49-F238E27FC236}">
                    <a16:creationId xmlns:a16="http://schemas.microsoft.com/office/drawing/2014/main" id="{99CA71D8-96EE-4B48-B89D-0209AAC71BAB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4" name="직선 연결선 843">
                <a:extLst>
                  <a:ext uri="{FF2B5EF4-FFF2-40B4-BE49-F238E27FC236}">
                    <a16:creationId xmlns:a16="http://schemas.microsoft.com/office/drawing/2014/main" id="{B1CB59F6-2F18-4B3D-A95E-0D03C781A6F4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5" name="직선 연결선 844">
                <a:extLst>
                  <a:ext uri="{FF2B5EF4-FFF2-40B4-BE49-F238E27FC236}">
                    <a16:creationId xmlns:a16="http://schemas.microsoft.com/office/drawing/2014/main" id="{DB3844B1-76C3-4698-9F7C-0CDF09AED6BF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6" name="직선 연결선 845">
                <a:extLst>
                  <a:ext uri="{FF2B5EF4-FFF2-40B4-BE49-F238E27FC236}">
                    <a16:creationId xmlns:a16="http://schemas.microsoft.com/office/drawing/2014/main" id="{1971B2B1-5B7E-44F9-B46D-CEB56EBF50C3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766" name="직선 연결선 765">
              <a:extLst>
                <a:ext uri="{FF2B5EF4-FFF2-40B4-BE49-F238E27FC236}">
                  <a16:creationId xmlns:a16="http://schemas.microsoft.com/office/drawing/2014/main" id="{CBEFCC56-901D-4467-B15D-8BB101F8C1A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2328975" y="1843563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7" name="직선 연결선 766">
              <a:extLst>
                <a:ext uri="{FF2B5EF4-FFF2-40B4-BE49-F238E27FC236}">
                  <a16:creationId xmlns:a16="http://schemas.microsoft.com/office/drawing/2014/main" id="{EFA709D6-7C24-4B49-AAA4-B8399BE95FB7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4545961" y="4217811"/>
              <a:ext cx="0" cy="67982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8" name="직선 연결선 767">
              <a:extLst>
                <a:ext uri="{FF2B5EF4-FFF2-40B4-BE49-F238E27FC236}">
                  <a16:creationId xmlns:a16="http://schemas.microsoft.com/office/drawing/2014/main" id="{C897F2BB-45DB-4333-A2C9-E5D8A3E4CBA1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4545963" y="3133309"/>
              <a:ext cx="0" cy="83612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9" name="직선 연결선 768">
              <a:extLst>
                <a:ext uri="{FF2B5EF4-FFF2-40B4-BE49-F238E27FC236}">
                  <a16:creationId xmlns:a16="http://schemas.microsoft.com/office/drawing/2014/main" id="{F32AFCED-F0AB-4415-8E33-CB00E98E8E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04914" y="3001039"/>
              <a:ext cx="51453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0" name="직선 연결선 769">
              <a:extLst>
                <a:ext uri="{FF2B5EF4-FFF2-40B4-BE49-F238E27FC236}">
                  <a16:creationId xmlns:a16="http://schemas.microsoft.com/office/drawing/2014/main" id="{3E0B5FEE-7C0D-47DA-B4D1-DC137D651DC4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4545961" y="2035732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2" name="직선 연결선 771">
              <a:extLst>
                <a:ext uri="{FF2B5EF4-FFF2-40B4-BE49-F238E27FC236}">
                  <a16:creationId xmlns:a16="http://schemas.microsoft.com/office/drawing/2014/main" id="{F734B6D4-1131-4604-A7E8-5FD5F52BDC9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39629" y="4088115"/>
              <a:ext cx="2274081" cy="226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3" name="직선 연결선 772">
              <a:extLst>
                <a:ext uri="{FF2B5EF4-FFF2-40B4-BE49-F238E27FC236}">
                  <a16:creationId xmlns:a16="http://schemas.microsoft.com/office/drawing/2014/main" id="{F5F8B559-6ED8-42E5-8375-3C842E77211F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439540" y="4082027"/>
              <a:ext cx="13820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4" name="직선 연결선 773">
              <a:extLst>
                <a:ext uri="{FF2B5EF4-FFF2-40B4-BE49-F238E27FC236}">
                  <a16:creationId xmlns:a16="http://schemas.microsoft.com/office/drawing/2014/main" id="{B97FEA54-8E81-4C09-A1C2-2A24911E04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20351" y="3001040"/>
              <a:ext cx="19071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5" name="직선 연결선 774">
              <a:extLst>
                <a:ext uri="{FF2B5EF4-FFF2-40B4-BE49-F238E27FC236}">
                  <a16:creationId xmlns:a16="http://schemas.microsoft.com/office/drawing/2014/main" id="{04A0AF94-4624-47A0-99B8-AF77A4E2105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536493" y="2967198"/>
              <a:ext cx="0" cy="324329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776" name="직선 연결선 775">
              <a:extLst>
                <a:ext uri="{FF2B5EF4-FFF2-40B4-BE49-F238E27FC236}">
                  <a16:creationId xmlns:a16="http://schemas.microsoft.com/office/drawing/2014/main" id="{06D3A529-F7EA-405A-A9E1-CC026902FE72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536493" y="2073015"/>
              <a:ext cx="0" cy="38404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77" name="직선 연결선 776">
              <a:extLst>
                <a:ext uri="{FF2B5EF4-FFF2-40B4-BE49-F238E27FC236}">
                  <a16:creationId xmlns:a16="http://schemas.microsoft.com/office/drawing/2014/main" id="{F108C9E4-1AED-4927-8C15-94AE8596ABF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74416" y="2197778"/>
              <a:ext cx="0" cy="24225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0" name="직선 연결선 779">
              <a:extLst>
                <a:ext uri="{FF2B5EF4-FFF2-40B4-BE49-F238E27FC236}">
                  <a16:creationId xmlns:a16="http://schemas.microsoft.com/office/drawing/2014/main" id="{5DD2E917-9AA4-4C5E-992C-8D9D8A7F4ADC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75368" y="1848909"/>
              <a:ext cx="0" cy="35955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1" name="직선 연결선 780">
              <a:extLst>
                <a:ext uri="{FF2B5EF4-FFF2-40B4-BE49-F238E27FC236}">
                  <a16:creationId xmlns:a16="http://schemas.microsoft.com/office/drawing/2014/main" id="{14408634-6FFD-4E14-B8CA-F99CAEDDF54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02974" y="3650311"/>
              <a:ext cx="0" cy="31912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2" name="직선 연결선 781">
              <a:extLst>
                <a:ext uri="{FF2B5EF4-FFF2-40B4-BE49-F238E27FC236}">
                  <a16:creationId xmlns:a16="http://schemas.microsoft.com/office/drawing/2014/main" id="{C4F04F2E-FC3A-4951-AEFA-3D0005615E22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302974" y="4217811"/>
              <a:ext cx="0" cy="493719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3" name="직선 연결선 782">
              <a:extLst>
                <a:ext uri="{FF2B5EF4-FFF2-40B4-BE49-F238E27FC236}">
                  <a16:creationId xmlns:a16="http://schemas.microsoft.com/office/drawing/2014/main" id="{56910BEF-B1F7-4A4A-8369-9E3D96EA5E88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3302974" y="4711530"/>
              <a:ext cx="1242987" cy="7345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4" name="직선 연결선 783">
              <a:extLst>
                <a:ext uri="{FF2B5EF4-FFF2-40B4-BE49-F238E27FC236}">
                  <a16:creationId xmlns:a16="http://schemas.microsoft.com/office/drawing/2014/main" id="{F265D516-8837-4315-8FF2-CB5FA9C0FA06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3312800" y="2996431"/>
              <a:ext cx="0" cy="41455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5" name="직선 연결선 784">
              <a:extLst>
                <a:ext uri="{FF2B5EF4-FFF2-40B4-BE49-F238E27FC236}">
                  <a16:creationId xmlns:a16="http://schemas.microsoft.com/office/drawing/2014/main" id="{116C5B39-704B-45CE-B1A3-46583517C74D}"/>
                </a:ext>
              </a:extLst>
            </p:cNvPr>
            <p:cNvCxnSpPr/>
            <p:nvPr/>
          </p:nvCxnSpPr>
          <p:spPr>
            <a:xfrm rot="10800000">
              <a:off x="4192001" y="3246688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6" name="직선 연결선 785">
              <a:extLst>
                <a:ext uri="{FF2B5EF4-FFF2-40B4-BE49-F238E27FC236}">
                  <a16:creationId xmlns:a16="http://schemas.microsoft.com/office/drawing/2014/main" id="{2B4D8C14-B0A8-442A-B4A8-02155BBCC28E}"/>
                </a:ext>
              </a:extLst>
            </p:cNvPr>
            <p:cNvCxnSpPr/>
            <p:nvPr/>
          </p:nvCxnSpPr>
          <p:spPr>
            <a:xfrm rot="10800000">
              <a:off x="4114584" y="3246688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7" name="직선 연결선 786">
              <a:extLst>
                <a:ext uri="{FF2B5EF4-FFF2-40B4-BE49-F238E27FC236}">
                  <a16:creationId xmlns:a16="http://schemas.microsoft.com/office/drawing/2014/main" id="{74DB2F0E-AB4E-40D8-94FF-51E30515AEE4}"/>
                </a:ext>
              </a:extLst>
            </p:cNvPr>
            <p:cNvCxnSpPr/>
            <p:nvPr/>
          </p:nvCxnSpPr>
          <p:spPr>
            <a:xfrm rot="10800000">
              <a:off x="4104758" y="4340482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8" name="직선 연결선 787">
              <a:extLst>
                <a:ext uri="{FF2B5EF4-FFF2-40B4-BE49-F238E27FC236}">
                  <a16:creationId xmlns:a16="http://schemas.microsoft.com/office/drawing/2014/main" id="{9A24F145-71D9-4845-A074-10E5D912DCE4}"/>
                </a:ext>
              </a:extLst>
            </p:cNvPr>
            <p:cNvCxnSpPr/>
            <p:nvPr/>
          </p:nvCxnSpPr>
          <p:spPr>
            <a:xfrm rot="10800000">
              <a:off x="4027340" y="4340482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89" name="직선 연결선 788">
              <a:extLst>
                <a:ext uri="{FF2B5EF4-FFF2-40B4-BE49-F238E27FC236}">
                  <a16:creationId xmlns:a16="http://schemas.microsoft.com/office/drawing/2014/main" id="{17164A86-C2C1-43C2-ACAE-BBF4D851A3BF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4192001" y="3370877"/>
              <a:ext cx="36378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0" name="직선 연결선 789">
              <a:extLst>
                <a:ext uri="{FF2B5EF4-FFF2-40B4-BE49-F238E27FC236}">
                  <a16:creationId xmlns:a16="http://schemas.microsoft.com/office/drawing/2014/main" id="{EC424B4F-23A5-40BC-93B0-A809F3EB0706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3934293" y="3370877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1" name="직선 연결선 790">
              <a:extLst>
                <a:ext uri="{FF2B5EF4-FFF2-40B4-BE49-F238E27FC236}">
                  <a16:creationId xmlns:a16="http://schemas.microsoft.com/office/drawing/2014/main" id="{A5CFB831-0AC1-47C4-9066-225B6E4896DF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3934293" y="3000289"/>
              <a:ext cx="0" cy="37929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2" name="직선 연결선 791">
              <a:extLst>
                <a:ext uri="{FF2B5EF4-FFF2-40B4-BE49-F238E27FC236}">
                  <a16:creationId xmlns:a16="http://schemas.microsoft.com/office/drawing/2014/main" id="{EB36F505-260E-4D54-A71D-4B8774FAF93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4097058" y="4464671"/>
              <a:ext cx="4489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3" name="직선 연결선 792">
              <a:extLst>
                <a:ext uri="{FF2B5EF4-FFF2-40B4-BE49-F238E27FC236}">
                  <a16:creationId xmlns:a16="http://schemas.microsoft.com/office/drawing/2014/main" id="{25A8B8F9-BEAE-4A9F-867E-00F6026C68C7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3838173" y="4464671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4" name="직선 연결선 793">
              <a:extLst>
                <a:ext uri="{FF2B5EF4-FFF2-40B4-BE49-F238E27FC236}">
                  <a16:creationId xmlns:a16="http://schemas.microsoft.com/office/drawing/2014/main" id="{18CEDB04-08CD-49F7-95E1-B8692E15D154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3838173" y="4093624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5" name="직선 연결선 794">
              <a:extLst>
                <a:ext uri="{FF2B5EF4-FFF2-40B4-BE49-F238E27FC236}">
                  <a16:creationId xmlns:a16="http://schemas.microsoft.com/office/drawing/2014/main" id="{AD969661-0A66-4CC3-B45B-9C5ABC7A2B7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65506" y="3114018"/>
              <a:ext cx="0" cy="97085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96" name="직선 연결선 795">
              <a:extLst>
                <a:ext uri="{FF2B5EF4-FFF2-40B4-BE49-F238E27FC236}">
                  <a16:creationId xmlns:a16="http://schemas.microsoft.com/office/drawing/2014/main" id="{F154B21A-04FF-4E57-9A69-07C2BBD6ABB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86078" y="2560364"/>
              <a:ext cx="1356086" cy="1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7" name="직선 연결선 796">
              <a:extLst>
                <a:ext uri="{FF2B5EF4-FFF2-40B4-BE49-F238E27FC236}">
                  <a16:creationId xmlns:a16="http://schemas.microsoft.com/office/drawing/2014/main" id="{AF4BF934-4383-4D47-ABB6-2282A54156E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92408" y="2554575"/>
              <a:ext cx="0" cy="1537431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98" name="직선 연결선 797">
              <a:extLst>
                <a:ext uri="{FF2B5EF4-FFF2-40B4-BE49-F238E27FC236}">
                  <a16:creationId xmlns:a16="http://schemas.microsoft.com/office/drawing/2014/main" id="{EA50E4BD-FE60-4542-883E-7D8EEF179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3438" y="2996431"/>
              <a:ext cx="133" cy="84881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799" name="원호 798">
              <a:extLst>
                <a:ext uri="{FF2B5EF4-FFF2-40B4-BE49-F238E27FC236}">
                  <a16:creationId xmlns:a16="http://schemas.microsoft.com/office/drawing/2014/main" id="{17CD18B9-9E7E-4940-98E2-0201A5B3CAED}"/>
                </a:ext>
              </a:extLst>
            </p:cNvPr>
            <p:cNvSpPr/>
            <p:nvPr/>
          </p:nvSpPr>
          <p:spPr>
            <a:xfrm rot="16502313">
              <a:off x="2363077" y="2867347"/>
              <a:ext cx="248378" cy="232253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00" name="원호 799">
              <a:extLst>
                <a:ext uri="{FF2B5EF4-FFF2-40B4-BE49-F238E27FC236}">
                  <a16:creationId xmlns:a16="http://schemas.microsoft.com/office/drawing/2014/main" id="{419CC129-A3E1-49A4-BE7D-3B61E77681F0}"/>
                </a:ext>
              </a:extLst>
            </p:cNvPr>
            <p:cNvSpPr/>
            <p:nvPr/>
          </p:nvSpPr>
          <p:spPr>
            <a:xfrm rot="11291271">
              <a:off x="2370259" y="2872648"/>
              <a:ext cx="232253" cy="248378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801" name="직선 연결선 800">
              <a:extLst>
                <a:ext uri="{FF2B5EF4-FFF2-40B4-BE49-F238E27FC236}">
                  <a16:creationId xmlns:a16="http://schemas.microsoft.com/office/drawing/2014/main" id="{66438ACE-74C0-4C21-9245-5E6D353E9AF9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86385" y="2678050"/>
              <a:ext cx="0" cy="180753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802" name="TextBox 801">
              <a:extLst>
                <a:ext uri="{FF2B5EF4-FFF2-40B4-BE49-F238E27FC236}">
                  <a16:creationId xmlns:a16="http://schemas.microsoft.com/office/drawing/2014/main" id="{E991EBA1-B608-48CF-B06B-EE99BF351356}"/>
                </a:ext>
              </a:extLst>
            </p:cNvPr>
            <p:cNvSpPr txBox="1"/>
            <p:nvPr/>
          </p:nvSpPr>
          <p:spPr>
            <a:xfrm flipH="1">
              <a:off x="1481175" y="2738094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03" name="TextBox 802">
              <a:extLst>
                <a:ext uri="{FF2B5EF4-FFF2-40B4-BE49-F238E27FC236}">
                  <a16:creationId xmlns:a16="http://schemas.microsoft.com/office/drawing/2014/main" id="{D9C0B5A3-F2C4-485B-AF9D-D75402A64AA5}"/>
                </a:ext>
              </a:extLst>
            </p:cNvPr>
            <p:cNvSpPr txBox="1"/>
            <p:nvPr/>
          </p:nvSpPr>
          <p:spPr>
            <a:xfrm flipH="1">
              <a:off x="4389090" y="394326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04" name="TextBox 803">
              <a:extLst>
                <a:ext uri="{FF2B5EF4-FFF2-40B4-BE49-F238E27FC236}">
                  <a16:creationId xmlns:a16="http://schemas.microsoft.com/office/drawing/2014/main" id="{9BC203DB-1EF9-4CB1-B1BF-51A694984599}"/>
                </a:ext>
              </a:extLst>
            </p:cNvPr>
            <p:cNvSpPr txBox="1"/>
            <p:nvPr/>
          </p:nvSpPr>
          <p:spPr>
            <a:xfrm flipH="1">
              <a:off x="4419802" y="2875226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T7</a:t>
              </a:r>
              <a:endParaRPr lang="ko-KR" altLang="en-US" sz="1200" b="1" kern="0">
                <a:solidFill>
                  <a:prstClr val="black"/>
                </a:solidFill>
              </a:endParaRPr>
            </a:p>
          </p:txBody>
        </p:sp>
        <p:sp>
          <p:nvSpPr>
            <p:cNvPr id="805" name="TextBox 804">
              <a:extLst>
                <a:ext uri="{FF2B5EF4-FFF2-40B4-BE49-F238E27FC236}">
                  <a16:creationId xmlns:a16="http://schemas.microsoft.com/office/drawing/2014/main" id="{0EC1A15A-0033-4A97-83F5-FAF1D23E71E9}"/>
                </a:ext>
              </a:extLst>
            </p:cNvPr>
            <p:cNvSpPr txBox="1"/>
            <p:nvPr/>
          </p:nvSpPr>
          <p:spPr>
            <a:xfrm flipH="1">
              <a:off x="2980243" y="42059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06" name="TextBox 805">
              <a:extLst>
                <a:ext uri="{FF2B5EF4-FFF2-40B4-BE49-F238E27FC236}">
                  <a16:creationId xmlns:a16="http://schemas.microsoft.com/office/drawing/2014/main" id="{64B066FB-97F7-49AB-A8D4-AB6E2ECAEB22}"/>
                </a:ext>
              </a:extLst>
            </p:cNvPr>
            <p:cNvSpPr txBox="1"/>
            <p:nvPr/>
          </p:nvSpPr>
          <p:spPr>
            <a:xfrm flipH="1">
              <a:off x="3133986" y="338488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T4</a:t>
              </a:r>
              <a:endParaRPr lang="ko-KR" altLang="en-US" sz="1200" b="1" kern="0">
                <a:solidFill>
                  <a:prstClr val="black"/>
                </a:solidFill>
              </a:endParaRPr>
            </a:p>
          </p:txBody>
        </p:sp>
        <p:sp>
          <p:nvSpPr>
            <p:cNvPr id="807" name="TextBox 806">
              <a:extLst>
                <a:ext uri="{FF2B5EF4-FFF2-40B4-BE49-F238E27FC236}">
                  <a16:creationId xmlns:a16="http://schemas.microsoft.com/office/drawing/2014/main" id="{711FEBAE-A134-4957-9C27-D7409A9023D3}"/>
                </a:ext>
              </a:extLst>
            </p:cNvPr>
            <p:cNvSpPr txBox="1"/>
            <p:nvPr/>
          </p:nvSpPr>
          <p:spPr>
            <a:xfrm flipH="1">
              <a:off x="1724158" y="3992665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08" name="TextBox 807">
              <a:extLst>
                <a:ext uri="{FF2B5EF4-FFF2-40B4-BE49-F238E27FC236}">
                  <a16:creationId xmlns:a16="http://schemas.microsoft.com/office/drawing/2014/main" id="{10256E0F-45C7-4E19-9657-610DC83A58FA}"/>
                </a:ext>
              </a:extLst>
            </p:cNvPr>
            <p:cNvSpPr txBox="1"/>
            <p:nvPr/>
          </p:nvSpPr>
          <p:spPr>
            <a:xfrm flipH="1">
              <a:off x="2321217" y="240157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T3</a:t>
              </a:r>
              <a:endParaRPr lang="ko-KR" altLang="en-US" sz="1200" b="1" kern="0">
                <a:solidFill>
                  <a:prstClr val="black"/>
                </a:solidFill>
              </a:endParaRPr>
            </a:p>
          </p:txBody>
        </p:sp>
        <p:sp>
          <p:nvSpPr>
            <p:cNvPr id="809" name="TextBox 808">
              <a:extLst>
                <a:ext uri="{FF2B5EF4-FFF2-40B4-BE49-F238E27FC236}">
                  <a16:creationId xmlns:a16="http://schemas.microsoft.com/office/drawing/2014/main" id="{B584B526-4409-417B-BD78-7C2A07217062}"/>
                </a:ext>
              </a:extLst>
            </p:cNvPr>
            <p:cNvSpPr txBox="1"/>
            <p:nvPr/>
          </p:nvSpPr>
          <p:spPr>
            <a:xfrm flipH="1">
              <a:off x="50691" y="3949617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CK1</a:t>
              </a:r>
              <a:endParaRPr lang="ko-KR" altLang="en-US" sz="1200" b="1" kern="0">
                <a:solidFill>
                  <a:prstClr val="black"/>
                </a:solidFill>
              </a:endParaRPr>
            </a:p>
          </p:txBody>
        </p:sp>
        <p:sp>
          <p:nvSpPr>
            <p:cNvPr id="810" name="TextBox 809">
              <a:extLst>
                <a:ext uri="{FF2B5EF4-FFF2-40B4-BE49-F238E27FC236}">
                  <a16:creationId xmlns:a16="http://schemas.microsoft.com/office/drawing/2014/main" id="{2B14129E-D05E-485D-A414-0F6DBFBA6B82}"/>
                </a:ext>
              </a:extLst>
            </p:cNvPr>
            <p:cNvSpPr txBox="1"/>
            <p:nvPr/>
          </p:nvSpPr>
          <p:spPr>
            <a:xfrm flipH="1">
              <a:off x="4332335" y="179997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CK2</a:t>
              </a:r>
              <a:endParaRPr lang="ko-KR" altLang="en-US" sz="1200" b="1" kern="0">
                <a:solidFill>
                  <a:prstClr val="black"/>
                </a:solidFill>
              </a:endParaRPr>
            </a:p>
          </p:txBody>
        </p:sp>
        <p:cxnSp>
          <p:nvCxnSpPr>
            <p:cNvPr id="811" name="직선 연결선 810">
              <a:extLst>
                <a:ext uri="{FF2B5EF4-FFF2-40B4-BE49-F238E27FC236}">
                  <a16:creationId xmlns:a16="http://schemas.microsoft.com/office/drawing/2014/main" id="{C650D66F-4597-4EDB-878F-037BAFF951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56750" y="3515191"/>
              <a:ext cx="11961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2" name="TextBox 811">
              <a:extLst>
                <a:ext uri="{FF2B5EF4-FFF2-40B4-BE49-F238E27FC236}">
                  <a16:creationId xmlns:a16="http://schemas.microsoft.com/office/drawing/2014/main" id="{9E67FF6F-2DFE-4918-B248-235A620EBEDE}"/>
                </a:ext>
              </a:extLst>
            </p:cNvPr>
            <p:cNvSpPr txBox="1"/>
            <p:nvPr/>
          </p:nvSpPr>
          <p:spPr>
            <a:xfrm flipH="1">
              <a:off x="3929472" y="2756922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813" name="TextBox 812">
              <a:extLst>
                <a:ext uri="{FF2B5EF4-FFF2-40B4-BE49-F238E27FC236}">
                  <a16:creationId xmlns:a16="http://schemas.microsoft.com/office/drawing/2014/main" id="{324B4296-5D65-43D0-812B-2403FE414504}"/>
                </a:ext>
              </a:extLst>
            </p:cNvPr>
            <p:cNvSpPr txBox="1"/>
            <p:nvPr/>
          </p:nvSpPr>
          <p:spPr>
            <a:xfrm flipH="1">
              <a:off x="3600117" y="383057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814" name="TextBox 813">
              <a:extLst>
                <a:ext uri="{FF2B5EF4-FFF2-40B4-BE49-F238E27FC236}">
                  <a16:creationId xmlns:a16="http://schemas.microsoft.com/office/drawing/2014/main" id="{16DCCBBC-7E50-459E-8B36-073A4C4CBDFD}"/>
                </a:ext>
              </a:extLst>
            </p:cNvPr>
            <p:cNvSpPr txBox="1"/>
            <p:nvPr/>
          </p:nvSpPr>
          <p:spPr>
            <a:xfrm flipH="1">
              <a:off x="4258660" y="4980485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16" name="이등변 삼각형 815">
              <a:extLst>
                <a:ext uri="{FF2B5EF4-FFF2-40B4-BE49-F238E27FC236}">
                  <a16:creationId xmlns:a16="http://schemas.microsoft.com/office/drawing/2014/main" id="{9FD6FDD6-625A-42A0-852A-069BAD124EF2}"/>
                </a:ext>
              </a:extLst>
            </p:cNvPr>
            <p:cNvSpPr/>
            <p:nvPr/>
          </p:nvSpPr>
          <p:spPr>
            <a:xfrm rot="10800000" flipH="1">
              <a:off x="4437744" y="4898072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817" name="직선 연결선 816">
              <a:extLst>
                <a:ext uri="{FF2B5EF4-FFF2-40B4-BE49-F238E27FC236}">
                  <a16:creationId xmlns:a16="http://schemas.microsoft.com/office/drawing/2014/main" id="{CC3C8388-587E-4E7B-9968-C125E1F8BC6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2956750" y="3143043"/>
              <a:ext cx="0" cy="3721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8" name="원호 817">
              <a:extLst>
                <a:ext uri="{FF2B5EF4-FFF2-40B4-BE49-F238E27FC236}">
                  <a16:creationId xmlns:a16="http://schemas.microsoft.com/office/drawing/2014/main" id="{5EAC34E3-BD33-4A94-94D9-051AD931078A}"/>
                </a:ext>
              </a:extLst>
            </p:cNvPr>
            <p:cNvSpPr/>
            <p:nvPr/>
          </p:nvSpPr>
          <p:spPr>
            <a:xfrm rot="16502313">
              <a:off x="2854305" y="2897035"/>
              <a:ext cx="248378" cy="232253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19" name="원호 818">
              <a:extLst>
                <a:ext uri="{FF2B5EF4-FFF2-40B4-BE49-F238E27FC236}">
                  <a16:creationId xmlns:a16="http://schemas.microsoft.com/office/drawing/2014/main" id="{0A71C2C7-8B89-4293-8DA5-A60FDBC0DE26}"/>
                </a:ext>
              </a:extLst>
            </p:cNvPr>
            <p:cNvSpPr/>
            <p:nvPr/>
          </p:nvSpPr>
          <p:spPr>
            <a:xfrm rot="11291271">
              <a:off x="2861437" y="2893982"/>
              <a:ext cx="232253" cy="248378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820" name="직선 연결선 819">
              <a:extLst>
                <a:ext uri="{FF2B5EF4-FFF2-40B4-BE49-F238E27FC236}">
                  <a16:creationId xmlns:a16="http://schemas.microsoft.com/office/drawing/2014/main" id="{6A6CEC6B-FC92-4E9A-8410-4F8CBC67D3EA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977564" y="2430193"/>
              <a:ext cx="0" cy="45629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21" name="직선 연결선 820">
              <a:extLst>
                <a:ext uri="{FF2B5EF4-FFF2-40B4-BE49-F238E27FC236}">
                  <a16:creationId xmlns:a16="http://schemas.microsoft.com/office/drawing/2014/main" id="{B3026187-457D-4139-969F-86EB78853A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2651" y="2434052"/>
              <a:ext cx="1583136" cy="144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5" name="TextBox 824">
              <a:extLst>
                <a:ext uri="{FF2B5EF4-FFF2-40B4-BE49-F238E27FC236}">
                  <a16:creationId xmlns:a16="http://schemas.microsoft.com/office/drawing/2014/main" id="{3751D659-E4F7-4EDC-B721-D3DF102EA537}"/>
                </a:ext>
              </a:extLst>
            </p:cNvPr>
            <p:cNvSpPr txBox="1"/>
            <p:nvPr/>
          </p:nvSpPr>
          <p:spPr>
            <a:xfrm flipH="1">
              <a:off x="1156962" y="1816197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826" name="직선 연결선 825">
              <a:extLst>
                <a:ext uri="{FF2B5EF4-FFF2-40B4-BE49-F238E27FC236}">
                  <a16:creationId xmlns:a16="http://schemas.microsoft.com/office/drawing/2014/main" id="{213A6E04-2A55-4C92-9F5E-366331F28018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4538647" y="3639151"/>
              <a:ext cx="30919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7" name="TextBox 826">
              <a:extLst>
                <a:ext uri="{FF2B5EF4-FFF2-40B4-BE49-F238E27FC236}">
                  <a16:creationId xmlns:a16="http://schemas.microsoft.com/office/drawing/2014/main" id="{1A465EAA-6A7A-4057-9311-452FA67D5DC3}"/>
                </a:ext>
              </a:extLst>
            </p:cNvPr>
            <p:cNvSpPr txBox="1"/>
            <p:nvPr/>
          </p:nvSpPr>
          <p:spPr>
            <a:xfrm flipH="1">
              <a:off x="4813376" y="3527019"/>
              <a:ext cx="72564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28" name="TextBox 827">
              <a:extLst>
                <a:ext uri="{FF2B5EF4-FFF2-40B4-BE49-F238E27FC236}">
                  <a16:creationId xmlns:a16="http://schemas.microsoft.com/office/drawing/2014/main" id="{1F8377B3-81CA-488A-A4BC-F10580D25CAA}"/>
                </a:ext>
              </a:extLst>
            </p:cNvPr>
            <p:cNvSpPr txBox="1"/>
            <p:nvPr/>
          </p:nvSpPr>
          <p:spPr>
            <a:xfrm flipH="1">
              <a:off x="3686446" y="444187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2570B408-60AE-4184-AFA8-4442DC869F00}"/>
                </a:ext>
              </a:extLst>
            </p:cNvPr>
            <p:cNvSpPr txBox="1"/>
            <p:nvPr/>
          </p:nvSpPr>
          <p:spPr>
            <a:xfrm flipH="1">
              <a:off x="3948879" y="3470720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830" name="직선 연결선 829">
              <a:extLst>
                <a:ext uri="{FF2B5EF4-FFF2-40B4-BE49-F238E27FC236}">
                  <a16:creationId xmlns:a16="http://schemas.microsoft.com/office/drawing/2014/main" id="{70E1B060-76FA-4C32-97CB-0DD6A4A0FFA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533446" y="2650082"/>
              <a:ext cx="0" cy="12219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31" name="직선 연결선 830">
              <a:extLst>
                <a:ext uri="{FF2B5EF4-FFF2-40B4-BE49-F238E27FC236}">
                  <a16:creationId xmlns:a16="http://schemas.microsoft.com/office/drawing/2014/main" id="{290B8F28-D849-4711-8BCB-D0CCB41E57BA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533446" y="3291527"/>
              <a:ext cx="39364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2" name="직선 연결선 831">
              <a:extLst>
                <a:ext uri="{FF2B5EF4-FFF2-40B4-BE49-F238E27FC236}">
                  <a16:creationId xmlns:a16="http://schemas.microsoft.com/office/drawing/2014/main" id="{660C64F3-C86E-414F-8DC8-D29AE1DE84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3112" y="2865837"/>
              <a:ext cx="40808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833" name="그룹 832">
              <a:extLst>
                <a:ext uri="{FF2B5EF4-FFF2-40B4-BE49-F238E27FC236}">
                  <a16:creationId xmlns:a16="http://schemas.microsoft.com/office/drawing/2014/main" id="{C594972D-FDB2-4D65-B836-D3E8274F55AF}"/>
                </a:ext>
              </a:extLst>
            </p:cNvPr>
            <p:cNvGrpSpPr/>
            <p:nvPr/>
          </p:nvGrpSpPr>
          <p:grpSpPr>
            <a:xfrm rot="10800000" flipH="1">
              <a:off x="1301195" y="2466660"/>
              <a:ext cx="232254" cy="194158"/>
              <a:chOff x="1480270" y="4149080"/>
              <a:chExt cx="216024" cy="216024"/>
            </a:xfrm>
            <a:noFill/>
          </p:grpSpPr>
          <p:cxnSp>
            <p:nvCxnSpPr>
              <p:cNvPr id="839" name="직선 연결선 838">
                <a:extLst>
                  <a:ext uri="{FF2B5EF4-FFF2-40B4-BE49-F238E27FC236}">
                    <a16:creationId xmlns:a16="http://schemas.microsoft.com/office/drawing/2014/main" id="{10FF3128-EDA4-4014-A32A-A05939C276A6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0" name="직선 연결선 839">
                <a:extLst>
                  <a:ext uri="{FF2B5EF4-FFF2-40B4-BE49-F238E27FC236}">
                    <a16:creationId xmlns:a16="http://schemas.microsoft.com/office/drawing/2014/main" id="{CDC3975B-1400-4836-BBE1-7634A0725027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1" name="직선 연결선 840">
                <a:extLst>
                  <a:ext uri="{FF2B5EF4-FFF2-40B4-BE49-F238E27FC236}">
                    <a16:creationId xmlns:a16="http://schemas.microsoft.com/office/drawing/2014/main" id="{82448377-EDB7-4236-9EFF-49346B2C6990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842" name="직선 연결선 841">
                <a:extLst>
                  <a:ext uri="{FF2B5EF4-FFF2-40B4-BE49-F238E27FC236}">
                    <a16:creationId xmlns:a16="http://schemas.microsoft.com/office/drawing/2014/main" id="{958583CC-7AC6-42F4-9FEF-6D3286472C56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835" name="TextBox 834">
              <a:extLst>
                <a:ext uri="{FF2B5EF4-FFF2-40B4-BE49-F238E27FC236}">
                  <a16:creationId xmlns:a16="http://schemas.microsoft.com/office/drawing/2014/main" id="{816EC6B5-3146-4382-A115-FB2D96ABB7C4}"/>
                </a:ext>
              </a:extLst>
            </p:cNvPr>
            <p:cNvSpPr txBox="1"/>
            <p:nvPr/>
          </p:nvSpPr>
          <p:spPr>
            <a:xfrm flipH="1">
              <a:off x="1523850" y="2301302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T5_1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37" name="TextBox 836">
              <a:extLst>
                <a:ext uri="{FF2B5EF4-FFF2-40B4-BE49-F238E27FC236}">
                  <a16:creationId xmlns:a16="http://schemas.microsoft.com/office/drawing/2014/main" id="{9B20965B-27DB-4AFF-9661-77AE886507F1}"/>
                </a:ext>
              </a:extLst>
            </p:cNvPr>
            <p:cNvSpPr txBox="1"/>
            <p:nvPr/>
          </p:nvSpPr>
          <p:spPr>
            <a:xfrm flipH="1">
              <a:off x="1937877" y="3138220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838" name="TextBox 837">
              <a:extLst>
                <a:ext uri="{FF2B5EF4-FFF2-40B4-BE49-F238E27FC236}">
                  <a16:creationId xmlns:a16="http://schemas.microsoft.com/office/drawing/2014/main" id="{5633D6EE-2338-4252-A243-E09955741069}"/>
                </a:ext>
              </a:extLst>
            </p:cNvPr>
            <p:cNvSpPr txBox="1"/>
            <p:nvPr/>
          </p:nvSpPr>
          <p:spPr>
            <a:xfrm flipH="1">
              <a:off x="2239762" y="4054695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871" name="TextBox 870">
              <a:extLst>
                <a:ext uri="{FF2B5EF4-FFF2-40B4-BE49-F238E27FC236}">
                  <a16:creationId xmlns:a16="http://schemas.microsoft.com/office/drawing/2014/main" id="{DE84A6EA-B9CB-453C-B869-9F50988E103D}"/>
                </a:ext>
              </a:extLst>
            </p:cNvPr>
            <p:cNvSpPr txBox="1"/>
            <p:nvPr/>
          </p:nvSpPr>
          <p:spPr>
            <a:xfrm flipH="1">
              <a:off x="2175966" y="1600516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872" name="타원 871">
              <a:extLst>
                <a:ext uri="{FF2B5EF4-FFF2-40B4-BE49-F238E27FC236}">
                  <a16:creationId xmlns:a16="http://schemas.microsoft.com/office/drawing/2014/main" id="{93761324-0C01-4EC1-8991-5E5D6A50A513}"/>
                </a:ext>
              </a:extLst>
            </p:cNvPr>
            <p:cNvSpPr/>
            <p:nvPr/>
          </p:nvSpPr>
          <p:spPr>
            <a:xfrm>
              <a:off x="2444253" y="4057627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" name="타원 872">
              <a:extLst>
                <a:ext uri="{FF2B5EF4-FFF2-40B4-BE49-F238E27FC236}">
                  <a16:creationId xmlns:a16="http://schemas.microsoft.com/office/drawing/2014/main" id="{61A107DB-6EE1-4106-918B-3399CE76A938}"/>
                </a:ext>
              </a:extLst>
            </p:cNvPr>
            <p:cNvSpPr/>
            <p:nvPr/>
          </p:nvSpPr>
          <p:spPr>
            <a:xfrm>
              <a:off x="1908700" y="3255138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7B63F88-4F50-4677-B0A3-076EB6E40F3F}"/>
              </a:ext>
            </a:extLst>
          </p:cNvPr>
          <p:cNvSpPr txBox="1"/>
          <p:nvPr/>
        </p:nvSpPr>
        <p:spPr>
          <a:xfrm>
            <a:off x="1356070" y="5631582"/>
            <a:ext cx="244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8T-2C-2CLK </a:t>
            </a:r>
          </a:p>
          <a:p>
            <a:pPr algn="ctr"/>
            <a:r>
              <a:rPr lang="en-US" altLang="ko-KR" dirty="0"/>
              <a:t>Scan Driver Schematic</a:t>
            </a:r>
            <a:endParaRPr lang="ko-KR" altLang="en-US" dirty="0"/>
          </a:p>
        </p:txBody>
      </p:sp>
      <p:sp>
        <p:nvSpPr>
          <p:cNvPr id="937" name="TextBox 936">
            <a:extLst>
              <a:ext uri="{FF2B5EF4-FFF2-40B4-BE49-F238E27FC236}">
                <a16:creationId xmlns:a16="http://schemas.microsoft.com/office/drawing/2014/main" id="{7BA1FD04-7400-416A-8A71-D153E2885AFB}"/>
              </a:ext>
            </a:extLst>
          </p:cNvPr>
          <p:cNvSpPr txBox="1"/>
          <p:nvPr/>
        </p:nvSpPr>
        <p:spPr>
          <a:xfrm flipH="1">
            <a:off x="11399892" y="3706941"/>
            <a:ext cx="72564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Scan[n]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166" name="화살표: 오른쪽 165">
            <a:extLst>
              <a:ext uri="{FF2B5EF4-FFF2-40B4-BE49-F238E27FC236}">
                <a16:creationId xmlns:a16="http://schemas.microsoft.com/office/drawing/2014/main" id="{C44CC37A-EEF6-4ACA-84AF-40FCB805378A}"/>
              </a:ext>
            </a:extLst>
          </p:cNvPr>
          <p:cNvSpPr/>
          <p:nvPr/>
        </p:nvSpPr>
        <p:spPr>
          <a:xfrm>
            <a:off x="5551597" y="3537378"/>
            <a:ext cx="871237" cy="55315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676B15B6-0D21-428F-B8BF-F24022E5CB7C}"/>
              </a:ext>
            </a:extLst>
          </p:cNvPr>
          <p:cNvSpPr txBox="1"/>
          <p:nvPr/>
        </p:nvSpPr>
        <p:spPr>
          <a:xfrm>
            <a:off x="8214066" y="5857463"/>
            <a:ext cx="244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11T-2C-4CLK </a:t>
            </a:r>
          </a:p>
          <a:p>
            <a:pPr algn="ctr"/>
            <a:r>
              <a:rPr lang="en-US" altLang="ko-KR" dirty="0"/>
              <a:t>Scan Driver Schematic</a:t>
            </a:r>
            <a:endParaRPr lang="ko-KR" altLang="en-US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DB398E6-64A0-4C85-8958-7A543D40883B}"/>
              </a:ext>
            </a:extLst>
          </p:cNvPr>
          <p:cNvGrpSpPr/>
          <p:nvPr/>
        </p:nvGrpSpPr>
        <p:grpSpPr>
          <a:xfrm>
            <a:off x="6231202" y="1583148"/>
            <a:ext cx="5256474" cy="4524397"/>
            <a:chOff x="6143908" y="1707350"/>
            <a:chExt cx="5256474" cy="4524397"/>
          </a:xfrm>
        </p:grpSpPr>
        <p:grpSp>
          <p:nvGrpSpPr>
            <p:cNvPr id="881" name="그룹 880">
              <a:extLst>
                <a:ext uri="{FF2B5EF4-FFF2-40B4-BE49-F238E27FC236}">
                  <a16:creationId xmlns:a16="http://schemas.microsoft.com/office/drawing/2014/main" id="{F434BA93-EF09-4CC6-81F3-D1687A6D8BD2}"/>
                </a:ext>
              </a:extLst>
            </p:cNvPr>
            <p:cNvGrpSpPr/>
            <p:nvPr/>
          </p:nvGrpSpPr>
          <p:grpSpPr>
            <a:xfrm rot="10800000" flipH="1">
              <a:off x="6890738" y="2653731"/>
              <a:ext cx="232254" cy="194158"/>
              <a:chOff x="1480270" y="4149080"/>
              <a:chExt cx="216024" cy="216024"/>
            </a:xfrm>
          </p:grpSpPr>
          <p:cxnSp>
            <p:nvCxnSpPr>
              <p:cNvPr id="954" name="직선 연결선 953">
                <a:extLst>
                  <a:ext uri="{FF2B5EF4-FFF2-40B4-BE49-F238E27FC236}">
                    <a16:creationId xmlns:a16="http://schemas.microsoft.com/office/drawing/2014/main" id="{131331BE-815D-4FF1-A1D0-8748F0A0A17C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55" name="직선 연결선 954">
                <a:extLst>
                  <a:ext uri="{FF2B5EF4-FFF2-40B4-BE49-F238E27FC236}">
                    <a16:creationId xmlns:a16="http://schemas.microsoft.com/office/drawing/2014/main" id="{57B876C7-8FA4-4A8E-95AE-5E8DF699FF1E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56" name="직선 연결선 955">
                <a:extLst>
                  <a:ext uri="{FF2B5EF4-FFF2-40B4-BE49-F238E27FC236}">
                    <a16:creationId xmlns:a16="http://schemas.microsoft.com/office/drawing/2014/main" id="{6D0AB015-FE43-4822-B511-D5E2715A5067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57" name="직선 연결선 956">
                <a:extLst>
                  <a:ext uri="{FF2B5EF4-FFF2-40B4-BE49-F238E27FC236}">
                    <a16:creationId xmlns:a16="http://schemas.microsoft.com/office/drawing/2014/main" id="{F4D4EB4D-5D8C-42C3-9884-2F0ED0350269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882" name="직선 연결선 881">
              <a:extLst>
                <a:ext uri="{FF2B5EF4-FFF2-40B4-BE49-F238E27FC236}">
                  <a16:creationId xmlns:a16="http://schemas.microsoft.com/office/drawing/2014/main" id="{C63ADDF2-CD0C-40C9-9E04-A86F25F3BD91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7868180" y="19686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3" name="직선 연결선 882">
              <a:extLst>
                <a:ext uri="{FF2B5EF4-FFF2-40B4-BE49-F238E27FC236}">
                  <a16:creationId xmlns:a16="http://schemas.microsoft.com/office/drawing/2014/main" id="{5C959075-93CC-4199-B5BC-E03ADE6DFAC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5505" y="4721225"/>
              <a:ext cx="13632" cy="108539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6" name="직선 연결선 885">
              <a:extLst>
                <a:ext uri="{FF2B5EF4-FFF2-40B4-BE49-F238E27FC236}">
                  <a16:creationId xmlns:a16="http://schemas.microsoft.com/office/drawing/2014/main" id="{03C65D78-1F55-4C49-8FC2-E4750FA2346A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11096462" y="2225059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7" name="직선 연결선 886">
              <a:extLst>
                <a:ext uri="{FF2B5EF4-FFF2-40B4-BE49-F238E27FC236}">
                  <a16:creationId xmlns:a16="http://schemas.microsoft.com/office/drawing/2014/main" id="{302529B0-B5CC-45D3-A347-E7EDAD31E7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6071" y="4624086"/>
              <a:ext cx="3233528" cy="728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1" name="직선 연결선 890">
              <a:extLst>
                <a:ext uri="{FF2B5EF4-FFF2-40B4-BE49-F238E27FC236}">
                  <a16:creationId xmlns:a16="http://schemas.microsoft.com/office/drawing/2014/main" id="{C71B0710-418B-44F9-813F-9FE4AE2D7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46" y="2835972"/>
              <a:ext cx="2341" cy="1561581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94" name="직선 연결선 893">
              <a:extLst>
                <a:ext uri="{FF2B5EF4-FFF2-40B4-BE49-F238E27FC236}">
                  <a16:creationId xmlns:a16="http://schemas.microsoft.com/office/drawing/2014/main" id="{A3F5453B-D134-4156-B4E6-4CBD2118A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2662" y="1968691"/>
              <a:ext cx="1440" cy="40300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96" name="직선 연결선 895">
              <a:extLst>
                <a:ext uri="{FF2B5EF4-FFF2-40B4-BE49-F238E27FC236}">
                  <a16:creationId xmlns:a16="http://schemas.microsoft.com/office/drawing/2014/main" id="{753C16DF-1357-4EDD-86AC-196FB39A3A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598" y="4709392"/>
              <a:ext cx="11763" cy="82405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99" name="직선 연결선 898">
              <a:extLst>
                <a:ext uri="{FF2B5EF4-FFF2-40B4-BE49-F238E27FC236}">
                  <a16:creationId xmlns:a16="http://schemas.microsoft.com/office/drawing/2014/main" id="{2A84861E-90EC-4D26-863B-94546F4FBA21}"/>
                </a:ext>
              </a:extLst>
            </p:cNvPr>
            <p:cNvCxnSpPr/>
            <p:nvPr/>
          </p:nvCxnSpPr>
          <p:spPr>
            <a:xfrm rot="10800000">
              <a:off x="10674946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00" name="직선 연결선 899">
              <a:extLst>
                <a:ext uri="{FF2B5EF4-FFF2-40B4-BE49-F238E27FC236}">
                  <a16:creationId xmlns:a16="http://schemas.microsoft.com/office/drawing/2014/main" id="{D11B8AD3-6454-446C-8112-ACCF4F4129D7}"/>
                </a:ext>
              </a:extLst>
            </p:cNvPr>
            <p:cNvCxnSpPr/>
            <p:nvPr/>
          </p:nvCxnSpPr>
          <p:spPr>
            <a:xfrm rot="10800000">
              <a:off x="10597529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01" name="직선 연결선 900">
              <a:extLst>
                <a:ext uri="{FF2B5EF4-FFF2-40B4-BE49-F238E27FC236}">
                  <a16:creationId xmlns:a16="http://schemas.microsoft.com/office/drawing/2014/main" id="{64C69ED2-4822-4CEE-8533-12890DCE3C1C}"/>
                </a:ext>
              </a:extLst>
            </p:cNvPr>
            <p:cNvCxnSpPr/>
            <p:nvPr/>
          </p:nvCxnSpPr>
          <p:spPr>
            <a:xfrm rot="10800000">
              <a:off x="10693039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02" name="직선 연결선 901">
              <a:extLst>
                <a:ext uri="{FF2B5EF4-FFF2-40B4-BE49-F238E27FC236}">
                  <a16:creationId xmlns:a16="http://schemas.microsoft.com/office/drawing/2014/main" id="{30114D08-33AB-404C-87BA-BE9E2566B59B}"/>
                </a:ext>
              </a:extLst>
            </p:cNvPr>
            <p:cNvCxnSpPr/>
            <p:nvPr/>
          </p:nvCxnSpPr>
          <p:spPr>
            <a:xfrm rot="10800000">
              <a:off x="10615621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03" name="직선 연결선 902">
              <a:extLst>
                <a:ext uri="{FF2B5EF4-FFF2-40B4-BE49-F238E27FC236}">
                  <a16:creationId xmlns:a16="http://schemas.microsoft.com/office/drawing/2014/main" id="{03150CCA-D12D-4E76-B1E3-DE79CF871E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74946" y="3523452"/>
              <a:ext cx="42151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4" name="직선 연결선 903">
              <a:extLst>
                <a:ext uri="{FF2B5EF4-FFF2-40B4-BE49-F238E27FC236}">
                  <a16:creationId xmlns:a16="http://schemas.microsoft.com/office/drawing/2014/main" id="{C2419922-8F5D-4463-87DB-665BDDE5C889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17238" y="3523452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6" name="직선 연결선 905">
              <a:extLst>
                <a:ext uri="{FF2B5EF4-FFF2-40B4-BE49-F238E27FC236}">
                  <a16:creationId xmlns:a16="http://schemas.microsoft.com/office/drawing/2014/main" id="{60E3F010-3885-44DB-9D50-2498F1DA9F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85338" y="4989053"/>
              <a:ext cx="4046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7" name="직선 연결선 906">
              <a:extLst>
                <a:ext uri="{FF2B5EF4-FFF2-40B4-BE49-F238E27FC236}">
                  <a16:creationId xmlns:a16="http://schemas.microsoft.com/office/drawing/2014/main" id="{829405A8-E6C9-436B-B03C-86E15D011BE6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989053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8" name="직선 연결선 907">
              <a:extLst>
                <a:ext uri="{FF2B5EF4-FFF2-40B4-BE49-F238E27FC236}">
                  <a16:creationId xmlns:a16="http://schemas.microsoft.com/office/drawing/2014/main" id="{69C71A86-36B5-4086-A99A-B8EE53B08E14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618006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20" name="TextBox 919">
              <a:extLst>
                <a:ext uri="{FF2B5EF4-FFF2-40B4-BE49-F238E27FC236}">
                  <a16:creationId xmlns:a16="http://schemas.microsoft.com/office/drawing/2014/main" id="{E2F4CCF3-556E-4488-A070-2C6582078A66}"/>
                </a:ext>
              </a:extLst>
            </p:cNvPr>
            <p:cNvSpPr txBox="1"/>
            <p:nvPr/>
          </p:nvSpPr>
          <p:spPr>
            <a:xfrm flipH="1">
              <a:off x="9799530" y="340568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T4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43208305-C6E4-4F18-AB9B-4E04073B834E}"/>
                </a:ext>
              </a:extLst>
            </p:cNvPr>
            <p:cNvSpPr txBox="1"/>
            <p:nvPr/>
          </p:nvSpPr>
          <p:spPr>
            <a:xfrm flipH="1">
              <a:off x="6921283" y="457360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573C7CFD-5BF2-45B7-92AD-D42E668908D0}"/>
                </a:ext>
              </a:extLst>
            </p:cNvPr>
            <p:cNvSpPr txBox="1"/>
            <p:nvPr/>
          </p:nvSpPr>
          <p:spPr>
            <a:xfrm flipH="1">
              <a:off x="6211532" y="261467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3BDD7EE7-B585-409A-8740-FD598E5CE787}"/>
                </a:ext>
              </a:extLst>
            </p:cNvPr>
            <p:cNvSpPr txBox="1"/>
            <p:nvPr/>
          </p:nvSpPr>
          <p:spPr>
            <a:xfrm flipH="1">
              <a:off x="10867203" y="197979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925" name="직선 연결선 924">
              <a:extLst>
                <a:ext uri="{FF2B5EF4-FFF2-40B4-BE49-F238E27FC236}">
                  <a16:creationId xmlns:a16="http://schemas.microsoft.com/office/drawing/2014/main" id="{50117541-A9B8-4238-8432-E823C711E3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7262" y="3544184"/>
              <a:ext cx="7153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27" name="TextBox 926">
              <a:extLst>
                <a:ext uri="{FF2B5EF4-FFF2-40B4-BE49-F238E27FC236}">
                  <a16:creationId xmlns:a16="http://schemas.microsoft.com/office/drawing/2014/main" id="{0F4E5E41-C821-4596-B71B-5D51FCA7595A}"/>
                </a:ext>
              </a:extLst>
            </p:cNvPr>
            <p:cNvSpPr txBox="1"/>
            <p:nvPr/>
          </p:nvSpPr>
          <p:spPr>
            <a:xfrm flipH="1">
              <a:off x="10029358" y="460614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928" name="TextBox 927">
              <a:extLst>
                <a:ext uri="{FF2B5EF4-FFF2-40B4-BE49-F238E27FC236}">
                  <a16:creationId xmlns:a16="http://schemas.microsoft.com/office/drawing/2014/main" id="{67B933F4-80F7-4FBE-8F19-A6820A1F4AE8}"/>
                </a:ext>
              </a:extLst>
            </p:cNvPr>
            <p:cNvSpPr txBox="1"/>
            <p:nvPr/>
          </p:nvSpPr>
          <p:spPr>
            <a:xfrm flipH="1">
              <a:off x="10817889" y="5954748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929" name="이등변 삼각형 928">
              <a:extLst>
                <a:ext uri="{FF2B5EF4-FFF2-40B4-BE49-F238E27FC236}">
                  <a16:creationId xmlns:a16="http://schemas.microsoft.com/office/drawing/2014/main" id="{1E819970-CA4D-4CE7-800B-419A51E2DE1B}"/>
                </a:ext>
              </a:extLst>
            </p:cNvPr>
            <p:cNvSpPr/>
            <p:nvPr/>
          </p:nvSpPr>
          <p:spPr>
            <a:xfrm rot="10800000" flipH="1">
              <a:off x="11000921" y="5809933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35" name="TextBox 934">
              <a:extLst>
                <a:ext uri="{FF2B5EF4-FFF2-40B4-BE49-F238E27FC236}">
                  <a16:creationId xmlns:a16="http://schemas.microsoft.com/office/drawing/2014/main" id="{D3FC6C7A-82B4-4254-A30F-877D6BD4AA9F}"/>
                </a:ext>
              </a:extLst>
            </p:cNvPr>
            <p:cNvSpPr txBox="1"/>
            <p:nvPr/>
          </p:nvSpPr>
          <p:spPr>
            <a:xfrm flipH="1">
              <a:off x="6742622" y="2010618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936" name="직선 연결선 935">
              <a:extLst>
                <a:ext uri="{FF2B5EF4-FFF2-40B4-BE49-F238E27FC236}">
                  <a16:creationId xmlns:a16="http://schemas.microsoft.com/office/drawing/2014/main" id="{AC5BA936-C5D6-42A3-A626-6C1FA7D6FA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096462" y="3971287"/>
              <a:ext cx="229258" cy="126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F57D146F-23AA-486E-A663-41245C805624}"/>
                </a:ext>
              </a:extLst>
            </p:cNvPr>
            <p:cNvSpPr txBox="1"/>
            <p:nvPr/>
          </p:nvSpPr>
          <p:spPr>
            <a:xfrm flipH="1">
              <a:off x="10463178" y="5093068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939" name="TextBox 938">
              <a:extLst>
                <a:ext uri="{FF2B5EF4-FFF2-40B4-BE49-F238E27FC236}">
                  <a16:creationId xmlns:a16="http://schemas.microsoft.com/office/drawing/2014/main" id="{A697104F-B98B-4E6B-98BC-79B6E03BAC82}"/>
                </a:ext>
              </a:extLst>
            </p:cNvPr>
            <p:cNvSpPr txBox="1"/>
            <p:nvPr/>
          </p:nvSpPr>
          <p:spPr>
            <a:xfrm flipH="1">
              <a:off x="10442630" y="361676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940" name="직선 연결선 939">
              <a:extLst>
                <a:ext uri="{FF2B5EF4-FFF2-40B4-BE49-F238E27FC236}">
                  <a16:creationId xmlns:a16="http://schemas.microsoft.com/office/drawing/2014/main" id="{3F645F99-D7F9-45A6-A61B-1C8F6D07D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942" y="2311600"/>
              <a:ext cx="0" cy="34488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42" name="직선 연결선 941">
              <a:extLst>
                <a:ext uri="{FF2B5EF4-FFF2-40B4-BE49-F238E27FC236}">
                  <a16:creationId xmlns:a16="http://schemas.microsoft.com/office/drawing/2014/main" id="{6D675E7A-24AB-4012-8CE3-AD39B31C5B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8515" y="2750044"/>
              <a:ext cx="219175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6" name="직선 연결선 985">
              <a:extLst>
                <a:ext uri="{FF2B5EF4-FFF2-40B4-BE49-F238E27FC236}">
                  <a16:creationId xmlns:a16="http://schemas.microsoft.com/office/drawing/2014/main" id="{5D412177-FDAD-4367-8F20-1848C85EFA49}"/>
                </a:ext>
              </a:extLst>
            </p:cNvPr>
            <p:cNvCxnSpPr/>
            <p:nvPr/>
          </p:nvCxnSpPr>
          <p:spPr>
            <a:xfrm>
              <a:off x="8006477" y="236779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87" name="직선 연결선 986">
              <a:extLst>
                <a:ext uri="{FF2B5EF4-FFF2-40B4-BE49-F238E27FC236}">
                  <a16:creationId xmlns:a16="http://schemas.microsoft.com/office/drawing/2014/main" id="{120B17C0-10CD-42EC-AE09-73D028FB5F01}"/>
                </a:ext>
              </a:extLst>
            </p:cNvPr>
            <p:cNvCxnSpPr/>
            <p:nvPr/>
          </p:nvCxnSpPr>
          <p:spPr>
            <a:xfrm>
              <a:off x="8161313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88" name="직선 연결선 987">
              <a:extLst>
                <a:ext uri="{FF2B5EF4-FFF2-40B4-BE49-F238E27FC236}">
                  <a16:creationId xmlns:a16="http://schemas.microsoft.com/office/drawing/2014/main" id="{ED81B98E-36BE-4D04-AFDD-2891735D456F}"/>
                </a:ext>
              </a:extLst>
            </p:cNvPr>
            <p:cNvCxnSpPr/>
            <p:nvPr/>
          </p:nvCxnSpPr>
          <p:spPr>
            <a:xfrm flipH="1">
              <a:off x="8006477" y="25619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89" name="직선 연결선 988">
              <a:extLst>
                <a:ext uri="{FF2B5EF4-FFF2-40B4-BE49-F238E27FC236}">
                  <a16:creationId xmlns:a16="http://schemas.microsoft.com/office/drawing/2014/main" id="{67DA0303-712B-4DAE-9ED4-79ECE6DCB665}"/>
                </a:ext>
              </a:extLst>
            </p:cNvPr>
            <p:cNvCxnSpPr/>
            <p:nvPr/>
          </p:nvCxnSpPr>
          <p:spPr>
            <a:xfrm>
              <a:off x="8238731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91" name="직선 연결선 990">
              <a:extLst>
                <a:ext uri="{FF2B5EF4-FFF2-40B4-BE49-F238E27FC236}">
                  <a16:creationId xmlns:a16="http://schemas.microsoft.com/office/drawing/2014/main" id="{2A0D486A-0D8B-4004-90CF-9E96E1099E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45662" y="2462498"/>
              <a:ext cx="12321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2" name="TextBox 991">
              <a:extLst>
                <a:ext uri="{FF2B5EF4-FFF2-40B4-BE49-F238E27FC236}">
                  <a16:creationId xmlns:a16="http://schemas.microsoft.com/office/drawing/2014/main" id="{2F55EFBB-1BAB-4194-87DD-01EFB5513D5F}"/>
                </a:ext>
              </a:extLst>
            </p:cNvPr>
            <p:cNvSpPr txBox="1"/>
            <p:nvPr/>
          </p:nvSpPr>
          <p:spPr>
            <a:xfrm flipH="1">
              <a:off x="8330752" y="2329772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994" name="직선 연결선 993">
              <a:extLst>
                <a:ext uri="{FF2B5EF4-FFF2-40B4-BE49-F238E27FC236}">
                  <a16:creationId xmlns:a16="http://schemas.microsoft.com/office/drawing/2014/main" id="{B5CB3DF6-2FB8-4F5A-B854-FA96981176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9400" y="2552192"/>
              <a:ext cx="0" cy="56709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95" name="직선 연결선 994">
              <a:extLst>
                <a:ext uri="{FF2B5EF4-FFF2-40B4-BE49-F238E27FC236}">
                  <a16:creationId xmlns:a16="http://schemas.microsoft.com/office/drawing/2014/main" id="{A1886DE8-8F37-4A75-96F6-E12F0B1E6F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4862" y="3170654"/>
              <a:ext cx="37458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1" name="직선 연결선 1000">
              <a:extLst>
                <a:ext uri="{FF2B5EF4-FFF2-40B4-BE49-F238E27FC236}">
                  <a16:creationId xmlns:a16="http://schemas.microsoft.com/office/drawing/2014/main" id="{C79F9524-9E87-4309-8796-13F46D2E58BC}"/>
                </a:ext>
              </a:extLst>
            </p:cNvPr>
            <p:cNvCxnSpPr/>
            <p:nvPr/>
          </p:nvCxnSpPr>
          <p:spPr>
            <a:xfrm rot="10800000">
              <a:off x="10947017" y="3268511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02" name="직선 연결선 1001">
              <a:extLst>
                <a:ext uri="{FF2B5EF4-FFF2-40B4-BE49-F238E27FC236}">
                  <a16:creationId xmlns:a16="http://schemas.microsoft.com/office/drawing/2014/main" id="{7647A9B9-B140-4208-BE1C-21DBA65859D6}"/>
                </a:ext>
              </a:extLst>
            </p:cNvPr>
            <p:cNvCxnSpPr/>
            <p:nvPr/>
          </p:nvCxnSpPr>
          <p:spPr>
            <a:xfrm rot="10800000">
              <a:off x="10947017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03" name="직선 연결선 1002">
              <a:extLst>
                <a:ext uri="{FF2B5EF4-FFF2-40B4-BE49-F238E27FC236}">
                  <a16:creationId xmlns:a16="http://schemas.microsoft.com/office/drawing/2014/main" id="{ED0B05B4-AAEB-4235-B3A9-8063496D9D3D}"/>
                </a:ext>
              </a:extLst>
            </p:cNvPr>
            <p:cNvCxnSpPr/>
            <p:nvPr/>
          </p:nvCxnSpPr>
          <p:spPr>
            <a:xfrm rot="10800000" flipH="1">
              <a:off x="10947017" y="30743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04" name="직선 연결선 1003">
              <a:extLst>
                <a:ext uri="{FF2B5EF4-FFF2-40B4-BE49-F238E27FC236}">
                  <a16:creationId xmlns:a16="http://schemas.microsoft.com/office/drawing/2014/main" id="{34BCBD70-8A8F-48D4-999A-FC331D594CD9}"/>
                </a:ext>
              </a:extLst>
            </p:cNvPr>
            <p:cNvCxnSpPr/>
            <p:nvPr/>
          </p:nvCxnSpPr>
          <p:spPr>
            <a:xfrm rot="10800000">
              <a:off x="10869599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10" name="직선 연결선 1009">
              <a:extLst>
                <a:ext uri="{FF2B5EF4-FFF2-40B4-BE49-F238E27FC236}">
                  <a16:creationId xmlns:a16="http://schemas.microsoft.com/office/drawing/2014/main" id="{A46CFD51-1E3C-4641-8E84-E9B97A4FE3E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21092" y="3169587"/>
              <a:ext cx="0" cy="35386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1" name="직선 연결선 1010">
              <a:extLst>
                <a:ext uri="{FF2B5EF4-FFF2-40B4-BE49-F238E27FC236}">
                  <a16:creationId xmlns:a16="http://schemas.microsoft.com/office/drawing/2014/main" id="{271D1AFA-1ED9-4A88-97C8-8664C45791E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6462" y="3258635"/>
              <a:ext cx="5391" cy="1281318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3" name="TextBox 1012">
              <a:extLst>
                <a:ext uri="{FF2B5EF4-FFF2-40B4-BE49-F238E27FC236}">
                  <a16:creationId xmlns:a16="http://schemas.microsoft.com/office/drawing/2014/main" id="{AD35C744-84E0-4619-8B25-7CEB31141698}"/>
                </a:ext>
              </a:extLst>
            </p:cNvPr>
            <p:cNvSpPr txBox="1"/>
            <p:nvPr/>
          </p:nvSpPr>
          <p:spPr>
            <a:xfrm flipH="1">
              <a:off x="7746823" y="2311600"/>
              <a:ext cx="26456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015" name="직선 연결선 1014">
              <a:extLst>
                <a:ext uri="{FF2B5EF4-FFF2-40B4-BE49-F238E27FC236}">
                  <a16:creationId xmlns:a16="http://schemas.microsoft.com/office/drawing/2014/main" id="{A35C4599-B489-4094-925F-C93B2F03A3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7826" y="4623887"/>
              <a:ext cx="45007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02A0382-3216-4918-A2B4-18E7388AF2F1}"/>
                </a:ext>
              </a:extLst>
            </p:cNvPr>
            <p:cNvGrpSpPr/>
            <p:nvPr/>
          </p:nvGrpSpPr>
          <p:grpSpPr>
            <a:xfrm>
              <a:off x="7033285" y="4396713"/>
              <a:ext cx="194158" cy="232254"/>
              <a:chOff x="7033285" y="4396713"/>
              <a:chExt cx="194158" cy="232254"/>
            </a:xfrm>
          </p:grpSpPr>
          <p:cxnSp>
            <p:nvCxnSpPr>
              <p:cNvPr id="1017" name="직선 연결선 1016">
                <a:extLst>
                  <a:ext uri="{FF2B5EF4-FFF2-40B4-BE49-F238E27FC236}">
                    <a16:creationId xmlns:a16="http://schemas.microsoft.com/office/drawing/2014/main" id="{E0EBD6D7-60B6-4D74-A69F-06BB10E0CF62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1018" name="직선 연결선 1017">
                <a:extLst>
                  <a:ext uri="{FF2B5EF4-FFF2-40B4-BE49-F238E27FC236}">
                    <a16:creationId xmlns:a16="http://schemas.microsoft.com/office/drawing/2014/main" id="{C74DDB17-45D6-464F-B5E6-8514B8C47A60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1019" name="직선 연결선 1018">
                <a:extLst>
                  <a:ext uri="{FF2B5EF4-FFF2-40B4-BE49-F238E27FC236}">
                    <a16:creationId xmlns:a16="http://schemas.microsoft.com/office/drawing/2014/main" id="{1975425E-5245-4438-B263-33D5C427C357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1020" name="직선 연결선 1019">
                <a:extLst>
                  <a:ext uri="{FF2B5EF4-FFF2-40B4-BE49-F238E27FC236}">
                    <a16:creationId xmlns:a16="http://schemas.microsoft.com/office/drawing/2014/main" id="{553B1321-A686-439B-B2C4-E0C00803D64A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1023" name="TextBox 1022">
              <a:extLst>
                <a:ext uri="{FF2B5EF4-FFF2-40B4-BE49-F238E27FC236}">
                  <a16:creationId xmlns:a16="http://schemas.microsoft.com/office/drawing/2014/main" id="{EFB20667-9EBE-4E67-A098-666D416A3C84}"/>
                </a:ext>
              </a:extLst>
            </p:cNvPr>
            <p:cNvSpPr txBox="1"/>
            <p:nvPr/>
          </p:nvSpPr>
          <p:spPr>
            <a:xfrm flipH="1">
              <a:off x="7067671" y="2622301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4EC05459-BBE6-4ECD-B226-D7B9690217CD}"/>
                </a:ext>
              </a:extLst>
            </p:cNvPr>
            <p:cNvSpPr txBox="1"/>
            <p:nvPr/>
          </p:nvSpPr>
          <p:spPr>
            <a:xfrm flipH="1">
              <a:off x="6143908" y="448515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025" name="타원 1024">
              <a:extLst>
                <a:ext uri="{FF2B5EF4-FFF2-40B4-BE49-F238E27FC236}">
                  <a16:creationId xmlns:a16="http://schemas.microsoft.com/office/drawing/2014/main" id="{841CCA9C-B70C-418D-9D44-8E9456AA1E02}"/>
                </a:ext>
              </a:extLst>
            </p:cNvPr>
            <p:cNvSpPr/>
            <p:nvPr/>
          </p:nvSpPr>
          <p:spPr>
            <a:xfrm>
              <a:off x="7104548" y="3139511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E48AE943-455D-4302-A734-2403FD9491FE}"/>
                </a:ext>
              </a:extLst>
            </p:cNvPr>
            <p:cNvSpPr txBox="1"/>
            <p:nvPr/>
          </p:nvSpPr>
          <p:spPr>
            <a:xfrm flipH="1">
              <a:off x="7191490" y="2896478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1029" name="직선 연결선 1028">
              <a:extLst>
                <a:ext uri="{FF2B5EF4-FFF2-40B4-BE49-F238E27FC236}">
                  <a16:creationId xmlns:a16="http://schemas.microsoft.com/office/drawing/2014/main" id="{6D7FAE3B-B2FE-4D3B-89C2-EF9A38C135AB}"/>
                </a:ext>
              </a:extLst>
            </p:cNvPr>
            <p:cNvCxnSpPr/>
            <p:nvPr/>
          </p:nvCxnSpPr>
          <p:spPr>
            <a:xfrm rot="10800000">
              <a:off x="9752097" y="364212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0" name="직선 연결선 1029">
              <a:extLst>
                <a:ext uri="{FF2B5EF4-FFF2-40B4-BE49-F238E27FC236}">
                  <a16:creationId xmlns:a16="http://schemas.microsoft.com/office/drawing/2014/main" id="{084F73E9-0E2D-4668-835F-204333E58F0A}"/>
                </a:ext>
              </a:extLst>
            </p:cNvPr>
            <p:cNvCxnSpPr/>
            <p:nvPr/>
          </p:nvCxnSpPr>
          <p:spPr>
            <a:xfrm rot="10800000">
              <a:off x="9752097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1" name="직선 연결선 1030">
              <a:extLst>
                <a:ext uri="{FF2B5EF4-FFF2-40B4-BE49-F238E27FC236}">
                  <a16:creationId xmlns:a16="http://schemas.microsoft.com/office/drawing/2014/main" id="{F850DFCD-0A7A-41BE-8888-714DA634E1A9}"/>
                </a:ext>
              </a:extLst>
            </p:cNvPr>
            <p:cNvCxnSpPr/>
            <p:nvPr/>
          </p:nvCxnSpPr>
          <p:spPr>
            <a:xfrm rot="10800000" flipH="1">
              <a:off x="9752097" y="3447962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2" name="직선 연결선 1031">
              <a:extLst>
                <a:ext uri="{FF2B5EF4-FFF2-40B4-BE49-F238E27FC236}">
                  <a16:creationId xmlns:a16="http://schemas.microsoft.com/office/drawing/2014/main" id="{8D5AE661-2071-4564-8A17-85A9E4B14223}"/>
                </a:ext>
              </a:extLst>
            </p:cNvPr>
            <p:cNvCxnSpPr/>
            <p:nvPr/>
          </p:nvCxnSpPr>
          <p:spPr>
            <a:xfrm rot="10800000">
              <a:off x="9674679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4" name="직선 연결선 1033">
              <a:extLst>
                <a:ext uri="{FF2B5EF4-FFF2-40B4-BE49-F238E27FC236}">
                  <a16:creationId xmlns:a16="http://schemas.microsoft.com/office/drawing/2014/main" id="{346752C5-C31F-4B4C-88FE-B957BA51AAA1}"/>
                </a:ext>
              </a:extLst>
            </p:cNvPr>
            <p:cNvCxnSpPr/>
            <p:nvPr/>
          </p:nvCxnSpPr>
          <p:spPr>
            <a:xfrm rot="10800000">
              <a:off x="9751998" y="471584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5" name="직선 연결선 1034">
              <a:extLst>
                <a:ext uri="{FF2B5EF4-FFF2-40B4-BE49-F238E27FC236}">
                  <a16:creationId xmlns:a16="http://schemas.microsoft.com/office/drawing/2014/main" id="{348B56FC-DBAC-4F2D-96D3-7F97CA8F17AC}"/>
                </a:ext>
              </a:extLst>
            </p:cNvPr>
            <p:cNvCxnSpPr/>
            <p:nvPr/>
          </p:nvCxnSpPr>
          <p:spPr>
            <a:xfrm rot="10800000">
              <a:off x="9751998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6" name="직선 연결선 1035">
              <a:extLst>
                <a:ext uri="{FF2B5EF4-FFF2-40B4-BE49-F238E27FC236}">
                  <a16:creationId xmlns:a16="http://schemas.microsoft.com/office/drawing/2014/main" id="{44F86C37-FBC9-47FC-84FA-1A516CC19D80}"/>
                </a:ext>
              </a:extLst>
            </p:cNvPr>
            <p:cNvCxnSpPr/>
            <p:nvPr/>
          </p:nvCxnSpPr>
          <p:spPr>
            <a:xfrm rot="10800000" flipH="1">
              <a:off x="9751998" y="452168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37" name="직선 연결선 1036">
              <a:extLst>
                <a:ext uri="{FF2B5EF4-FFF2-40B4-BE49-F238E27FC236}">
                  <a16:creationId xmlns:a16="http://schemas.microsoft.com/office/drawing/2014/main" id="{1EF29C6D-5A7B-4A03-AEFF-7DE5AECE0507}"/>
                </a:ext>
              </a:extLst>
            </p:cNvPr>
            <p:cNvCxnSpPr/>
            <p:nvPr/>
          </p:nvCxnSpPr>
          <p:spPr>
            <a:xfrm rot="10800000">
              <a:off x="9674580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40" name="직선 연결선 1039">
              <a:extLst>
                <a:ext uri="{FF2B5EF4-FFF2-40B4-BE49-F238E27FC236}">
                  <a16:creationId xmlns:a16="http://schemas.microsoft.com/office/drawing/2014/main" id="{DF85ECFA-1F5A-4F6D-A2E4-2A79230C40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9400" y="3250689"/>
              <a:ext cx="15281" cy="15276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041" name="타원 1040">
              <a:extLst>
                <a:ext uri="{FF2B5EF4-FFF2-40B4-BE49-F238E27FC236}">
                  <a16:creationId xmlns:a16="http://schemas.microsoft.com/office/drawing/2014/main" id="{2685BF01-72E8-4CA0-A984-D4933D90D4C0}"/>
                </a:ext>
              </a:extLst>
            </p:cNvPr>
            <p:cNvSpPr/>
            <p:nvPr/>
          </p:nvSpPr>
          <p:spPr>
            <a:xfrm>
              <a:off x="8000736" y="459634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2" name="직선 연결선 1041">
              <a:extLst>
                <a:ext uri="{FF2B5EF4-FFF2-40B4-BE49-F238E27FC236}">
                  <a16:creationId xmlns:a16="http://schemas.microsoft.com/office/drawing/2014/main" id="{F2A9648F-3B10-44E8-B89D-E4DD04B314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906933" y="3175973"/>
              <a:ext cx="0" cy="277262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3" name="직선 연결선 1042">
              <a:extLst>
                <a:ext uri="{FF2B5EF4-FFF2-40B4-BE49-F238E27FC236}">
                  <a16:creationId xmlns:a16="http://schemas.microsoft.com/office/drawing/2014/main" id="{DEB78A32-7D3F-41E1-9C6A-86327DB87426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6933" y="364208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EE095E1D-FB49-4C5E-9197-552AEE307C1A}"/>
                </a:ext>
              </a:extLst>
            </p:cNvPr>
            <p:cNvGrpSpPr/>
            <p:nvPr/>
          </p:nvGrpSpPr>
          <p:grpSpPr>
            <a:xfrm>
              <a:off x="9672102" y="3977298"/>
              <a:ext cx="245981" cy="194158"/>
              <a:chOff x="8475102" y="3459120"/>
              <a:chExt cx="232254" cy="194158"/>
            </a:xfrm>
          </p:grpSpPr>
          <p:cxnSp>
            <p:nvCxnSpPr>
              <p:cNvPr id="1046" name="직선 연결선 1045">
                <a:extLst>
                  <a:ext uri="{FF2B5EF4-FFF2-40B4-BE49-F238E27FC236}">
                    <a16:creationId xmlns:a16="http://schemas.microsoft.com/office/drawing/2014/main" id="{DE137325-A29C-4AE6-B713-B6BD3FE278E1}"/>
                  </a:ext>
                </a:extLst>
              </p:cNvPr>
              <p:cNvCxnSpPr/>
              <p:nvPr/>
            </p:nvCxnSpPr>
            <p:spPr>
              <a:xfrm rot="10800000">
                <a:off x="8552520" y="3653278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47" name="직선 연결선 1046">
                <a:extLst>
                  <a:ext uri="{FF2B5EF4-FFF2-40B4-BE49-F238E27FC236}">
                    <a16:creationId xmlns:a16="http://schemas.microsoft.com/office/drawing/2014/main" id="{006503AA-626A-4FE2-BF17-9EA53E974526}"/>
                  </a:ext>
                </a:extLst>
              </p:cNvPr>
              <p:cNvCxnSpPr/>
              <p:nvPr/>
            </p:nvCxnSpPr>
            <p:spPr>
              <a:xfrm rot="10800000">
                <a:off x="8552520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48" name="직선 연결선 1047">
                <a:extLst>
                  <a:ext uri="{FF2B5EF4-FFF2-40B4-BE49-F238E27FC236}">
                    <a16:creationId xmlns:a16="http://schemas.microsoft.com/office/drawing/2014/main" id="{F9A34BB0-1837-4550-9DD7-ABCAEA3A5B64}"/>
                  </a:ext>
                </a:extLst>
              </p:cNvPr>
              <p:cNvCxnSpPr/>
              <p:nvPr/>
            </p:nvCxnSpPr>
            <p:spPr>
              <a:xfrm rot="10800000" flipH="1">
                <a:off x="8552520" y="3459120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49" name="직선 연결선 1048">
                <a:extLst>
                  <a:ext uri="{FF2B5EF4-FFF2-40B4-BE49-F238E27FC236}">
                    <a16:creationId xmlns:a16="http://schemas.microsoft.com/office/drawing/2014/main" id="{53091938-11EE-4D53-B827-CFCED691B7AE}"/>
                  </a:ext>
                </a:extLst>
              </p:cNvPr>
              <p:cNvCxnSpPr/>
              <p:nvPr/>
            </p:nvCxnSpPr>
            <p:spPr>
              <a:xfrm rot="10800000">
                <a:off x="8475102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7B6A701F-9646-4546-8102-C879164BDABB}"/>
                </a:ext>
              </a:extLst>
            </p:cNvPr>
            <p:cNvSpPr txBox="1"/>
            <p:nvPr/>
          </p:nvSpPr>
          <p:spPr>
            <a:xfrm flipH="1">
              <a:off x="9168730" y="340798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CKL2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1075" name="직선 연결선 1074">
              <a:extLst>
                <a:ext uri="{FF2B5EF4-FFF2-40B4-BE49-F238E27FC236}">
                  <a16:creationId xmlns:a16="http://schemas.microsoft.com/office/drawing/2014/main" id="{7C0A1046-D931-4693-9A52-174C09E10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37339" y="4080759"/>
              <a:ext cx="41797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A297327-93A7-4FF3-BC43-30198031B52B}"/>
                </a:ext>
              </a:extLst>
            </p:cNvPr>
            <p:cNvGrpSpPr/>
            <p:nvPr/>
          </p:nvGrpSpPr>
          <p:grpSpPr>
            <a:xfrm>
              <a:off x="9043180" y="3864032"/>
              <a:ext cx="194158" cy="232254"/>
              <a:chOff x="9024782" y="3879419"/>
              <a:chExt cx="194158" cy="232254"/>
            </a:xfrm>
          </p:grpSpPr>
          <p:cxnSp>
            <p:nvCxnSpPr>
              <p:cNvPr id="1080" name="직선 연결선 1079">
                <a:extLst>
                  <a:ext uri="{FF2B5EF4-FFF2-40B4-BE49-F238E27FC236}">
                    <a16:creationId xmlns:a16="http://schemas.microsoft.com/office/drawing/2014/main" id="{2FF20119-DB6C-44E1-A1BF-680FAB1044AA}"/>
                  </a:ext>
                </a:extLst>
              </p:cNvPr>
              <p:cNvCxnSpPr/>
              <p:nvPr/>
            </p:nvCxnSpPr>
            <p:spPr>
              <a:xfrm rot="16200000">
                <a:off x="8947364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81" name="직선 연결선 1080">
                <a:extLst>
                  <a:ext uri="{FF2B5EF4-FFF2-40B4-BE49-F238E27FC236}">
                    <a16:creationId xmlns:a16="http://schemas.microsoft.com/office/drawing/2014/main" id="{9BE18252-A665-482E-B63A-9E442991B697}"/>
                  </a:ext>
                </a:extLst>
              </p:cNvPr>
              <p:cNvCxnSpPr/>
              <p:nvPr/>
            </p:nvCxnSpPr>
            <p:spPr>
              <a:xfrm rot="16200000">
                <a:off x="9121861" y="3859758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82" name="직선 연결선 1081">
                <a:extLst>
                  <a:ext uri="{FF2B5EF4-FFF2-40B4-BE49-F238E27FC236}">
                    <a16:creationId xmlns:a16="http://schemas.microsoft.com/office/drawing/2014/main" id="{40D033F2-3441-4AC1-A66B-F6FCFA8DA862}"/>
                  </a:ext>
                </a:extLst>
              </p:cNvPr>
              <p:cNvCxnSpPr/>
              <p:nvPr/>
            </p:nvCxnSpPr>
            <p:spPr>
              <a:xfrm rot="16200000" flipH="1">
                <a:off x="9141522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1083" name="직선 연결선 1082">
                <a:extLst>
                  <a:ext uri="{FF2B5EF4-FFF2-40B4-BE49-F238E27FC236}">
                    <a16:creationId xmlns:a16="http://schemas.microsoft.com/office/drawing/2014/main" id="{889540A0-32B2-4801-B1A1-FBC72846FB8C}"/>
                  </a:ext>
                </a:extLst>
              </p:cNvPr>
              <p:cNvCxnSpPr/>
              <p:nvPr/>
            </p:nvCxnSpPr>
            <p:spPr>
              <a:xfrm rot="16200000">
                <a:off x="9121861" y="378234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  <p:cxnSp>
          <p:nvCxnSpPr>
            <p:cNvPr id="1084" name="직선 연결선 1083">
              <a:extLst>
                <a:ext uri="{FF2B5EF4-FFF2-40B4-BE49-F238E27FC236}">
                  <a16:creationId xmlns:a16="http://schemas.microsoft.com/office/drawing/2014/main" id="{3959C928-4A71-4445-8592-E9E7F4D69B0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27226" y="3178703"/>
              <a:ext cx="4776" cy="6853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5" name="타원 1084">
              <a:extLst>
                <a:ext uri="{FF2B5EF4-FFF2-40B4-BE49-F238E27FC236}">
                  <a16:creationId xmlns:a16="http://schemas.microsoft.com/office/drawing/2014/main" id="{05BC962B-EB07-496A-93A5-9397C393939F}"/>
                </a:ext>
              </a:extLst>
            </p:cNvPr>
            <p:cNvSpPr/>
            <p:nvPr/>
          </p:nvSpPr>
          <p:spPr>
            <a:xfrm>
              <a:off x="9102833" y="3148215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4358F9-D473-48B1-8569-B56CFDF600F6}"/>
                </a:ext>
              </a:extLst>
            </p:cNvPr>
            <p:cNvSpPr txBox="1"/>
            <p:nvPr/>
          </p:nvSpPr>
          <p:spPr>
            <a:xfrm flipH="1">
              <a:off x="10293561" y="2911646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1091" name="직선 연결선 1090">
              <a:extLst>
                <a:ext uri="{FF2B5EF4-FFF2-40B4-BE49-F238E27FC236}">
                  <a16:creationId xmlns:a16="http://schemas.microsoft.com/office/drawing/2014/main" id="{98004C10-E085-4E7F-A507-36E47E760C04}"/>
                </a:ext>
              </a:extLst>
            </p:cNvPr>
            <p:cNvCxnSpPr/>
            <p:nvPr/>
          </p:nvCxnSpPr>
          <p:spPr>
            <a:xfrm rot="10800000">
              <a:off x="10941626" y="4726448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92" name="직선 연결선 1091">
              <a:extLst>
                <a:ext uri="{FF2B5EF4-FFF2-40B4-BE49-F238E27FC236}">
                  <a16:creationId xmlns:a16="http://schemas.microsoft.com/office/drawing/2014/main" id="{FF136C39-4994-459A-951F-4B8A37B16123}"/>
                </a:ext>
              </a:extLst>
            </p:cNvPr>
            <p:cNvCxnSpPr/>
            <p:nvPr/>
          </p:nvCxnSpPr>
          <p:spPr>
            <a:xfrm rot="10800000">
              <a:off x="10941626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93" name="직선 연결선 1092">
              <a:extLst>
                <a:ext uri="{FF2B5EF4-FFF2-40B4-BE49-F238E27FC236}">
                  <a16:creationId xmlns:a16="http://schemas.microsoft.com/office/drawing/2014/main" id="{6248C394-30CE-4889-B58E-EE9984C09D94}"/>
                </a:ext>
              </a:extLst>
            </p:cNvPr>
            <p:cNvCxnSpPr/>
            <p:nvPr/>
          </p:nvCxnSpPr>
          <p:spPr>
            <a:xfrm rot="10800000" flipH="1">
              <a:off x="10941626" y="453229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94" name="직선 연결선 1093">
              <a:extLst>
                <a:ext uri="{FF2B5EF4-FFF2-40B4-BE49-F238E27FC236}">
                  <a16:creationId xmlns:a16="http://schemas.microsoft.com/office/drawing/2014/main" id="{E58A43AD-1D36-48A9-9179-6ABC3A9107A5}"/>
                </a:ext>
              </a:extLst>
            </p:cNvPr>
            <p:cNvCxnSpPr/>
            <p:nvPr/>
          </p:nvCxnSpPr>
          <p:spPr>
            <a:xfrm rot="10800000">
              <a:off x="10864208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02" name="원호 1101">
              <a:extLst>
                <a:ext uri="{FF2B5EF4-FFF2-40B4-BE49-F238E27FC236}">
                  <a16:creationId xmlns:a16="http://schemas.microsoft.com/office/drawing/2014/main" id="{2B46D92E-3B44-4319-AC7A-FE9D663125B6}"/>
                </a:ext>
              </a:extLst>
            </p:cNvPr>
            <p:cNvSpPr/>
            <p:nvPr/>
          </p:nvSpPr>
          <p:spPr>
            <a:xfrm rot="5114988">
              <a:off x="7930849" y="3110764"/>
              <a:ext cx="145087" cy="154314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03" name="원호 1102">
              <a:extLst>
                <a:ext uri="{FF2B5EF4-FFF2-40B4-BE49-F238E27FC236}">
                  <a16:creationId xmlns:a16="http://schemas.microsoft.com/office/drawing/2014/main" id="{FCCD2BB4-3825-41F2-9923-2598BA859379}"/>
                </a:ext>
              </a:extLst>
            </p:cNvPr>
            <p:cNvSpPr/>
            <p:nvPr/>
          </p:nvSpPr>
          <p:spPr>
            <a:xfrm rot="21503946">
              <a:off x="7928371" y="3118585"/>
              <a:ext cx="154314" cy="145087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1C566F75-3BEF-4FFD-A560-BECD33333ADF}"/>
                </a:ext>
              </a:extLst>
            </p:cNvPr>
            <p:cNvSpPr txBox="1"/>
            <p:nvPr/>
          </p:nvSpPr>
          <p:spPr>
            <a:xfrm flipH="1">
              <a:off x="7728423" y="1707350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28253784-6073-4B54-BDBA-B51E7DA75614}"/>
                </a:ext>
              </a:extLst>
            </p:cNvPr>
            <p:cNvSpPr txBox="1"/>
            <p:nvPr/>
          </p:nvSpPr>
          <p:spPr>
            <a:xfrm flipH="1">
              <a:off x="9447169" y="46922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108" name="TextBox 1107">
              <a:extLst>
                <a:ext uri="{FF2B5EF4-FFF2-40B4-BE49-F238E27FC236}">
                  <a16:creationId xmlns:a16="http://schemas.microsoft.com/office/drawing/2014/main" id="{C39E48A2-873B-44EC-9088-959DFC92E6E1}"/>
                </a:ext>
              </a:extLst>
            </p:cNvPr>
            <p:cNvSpPr txBox="1"/>
            <p:nvPr/>
          </p:nvSpPr>
          <p:spPr>
            <a:xfrm flipH="1">
              <a:off x="10974476" y="3045859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T7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109" name="TextBox 1108">
              <a:extLst>
                <a:ext uri="{FF2B5EF4-FFF2-40B4-BE49-F238E27FC236}">
                  <a16:creationId xmlns:a16="http://schemas.microsoft.com/office/drawing/2014/main" id="{F0F62FDE-2580-41E6-9519-11F148792411}"/>
                </a:ext>
              </a:extLst>
            </p:cNvPr>
            <p:cNvSpPr txBox="1"/>
            <p:nvPr/>
          </p:nvSpPr>
          <p:spPr>
            <a:xfrm flipH="1">
              <a:off x="11034771" y="4501317"/>
              <a:ext cx="265040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112" name="타원 1111">
              <a:extLst>
                <a:ext uri="{FF2B5EF4-FFF2-40B4-BE49-F238E27FC236}">
                  <a16:creationId xmlns:a16="http://schemas.microsoft.com/office/drawing/2014/main" id="{F08D06DA-68D4-40B2-A000-0FC876C8DD0A}"/>
                </a:ext>
              </a:extLst>
            </p:cNvPr>
            <p:cNvSpPr/>
            <p:nvPr/>
          </p:nvSpPr>
          <p:spPr>
            <a:xfrm>
              <a:off x="10402543" y="3148304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0" name="타원 1119">
              <a:extLst>
                <a:ext uri="{FF2B5EF4-FFF2-40B4-BE49-F238E27FC236}">
                  <a16:creationId xmlns:a16="http://schemas.microsoft.com/office/drawing/2014/main" id="{0FB8FF9A-E05D-4E58-9936-A451C319CE03}"/>
                </a:ext>
              </a:extLst>
            </p:cNvPr>
            <p:cNvSpPr/>
            <p:nvPr/>
          </p:nvSpPr>
          <p:spPr>
            <a:xfrm>
              <a:off x="10407236" y="4604290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9" name="직선 연결선 258">
              <a:extLst>
                <a:ext uri="{FF2B5EF4-FFF2-40B4-BE49-F238E27FC236}">
                  <a16:creationId xmlns:a16="http://schemas.microsoft.com/office/drawing/2014/main" id="{9187AD51-EA12-46E3-8117-D11D7C782D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2992" y="4187957"/>
              <a:ext cx="41600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093C9C9B-0E60-4B4D-9F32-37003F9EB9DF}"/>
                </a:ext>
              </a:extLst>
            </p:cNvPr>
            <p:cNvGrpSpPr/>
            <p:nvPr/>
          </p:nvGrpSpPr>
          <p:grpSpPr>
            <a:xfrm>
              <a:off x="7441913" y="4389974"/>
              <a:ext cx="194158" cy="232254"/>
              <a:chOff x="7033285" y="4396713"/>
              <a:chExt cx="194158" cy="232254"/>
            </a:xfrm>
          </p:grpSpPr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07AF685A-3D4F-4712-B9CB-866D88AAC8E6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32A47366-DB82-4CC6-B845-524A540B1CC4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1EC9CB34-D603-40FB-A061-C4AE0C870248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53DE2940-6D6C-4FAC-A0F2-006580DE8D95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9EC6CB33-CEDB-4AD2-80E7-C8A36FD93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836" y="4177938"/>
              <a:ext cx="788" cy="21303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4BDBA3AB-BA4D-411B-A1E4-193186A0F4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20071" y="4626175"/>
              <a:ext cx="22016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9C0E70AA-457F-42A9-87E3-C590A3578000}"/>
                </a:ext>
              </a:extLst>
            </p:cNvPr>
            <p:cNvGrpSpPr/>
            <p:nvPr/>
          </p:nvGrpSpPr>
          <p:grpSpPr>
            <a:xfrm>
              <a:off x="7931265" y="4786518"/>
              <a:ext cx="194158" cy="232254"/>
              <a:chOff x="7033285" y="4396713"/>
              <a:chExt cx="194158" cy="232254"/>
            </a:xfrm>
          </p:grpSpPr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5467CB84-659A-4ADB-B498-5E71774920AC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01AB8DD5-665D-4B47-A7BA-0418A8D87B73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F5D2F08D-02F6-4155-8878-85BB272602BE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2C8A6792-E3FC-4B85-9FDD-81A9BE75586A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  <p:cxnSp>
          <p:nvCxnSpPr>
            <p:cNvPr id="284" name="직선 연결선 283">
              <a:extLst>
                <a:ext uri="{FF2B5EF4-FFF2-40B4-BE49-F238E27FC236}">
                  <a16:creationId xmlns:a16="http://schemas.microsoft.com/office/drawing/2014/main" id="{D715F79D-EEE5-4D68-A000-9F5489F236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5864" y="5022632"/>
              <a:ext cx="6229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6" name="직선 연결선 285">
              <a:extLst>
                <a:ext uri="{FF2B5EF4-FFF2-40B4-BE49-F238E27FC236}">
                  <a16:creationId xmlns:a16="http://schemas.microsoft.com/office/drawing/2014/main" id="{EC0AF6AF-8D0A-4E97-9494-6C636EB986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4478" y="4625408"/>
              <a:ext cx="0" cy="390983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94" name="직선 연결선 293">
              <a:extLst>
                <a:ext uri="{FF2B5EF4-FFF2-40B4-BE49-F238E27FC236}">
                  <a16:creationId xmlns:a16="http://schemas.microsoft.com/office/drawing/2014/main" id="{0BA6AC42-18C2-4403-ADBA-C446B39E15E8}"/>
                </a:ext>
              </a:extLst>
            </p:cNvPr>
            <p:cNvCxnSpPr/>
            <p:nvPr/>
          </p:nvCxnSpPr>
          <p:spPr>
            <a:xfrm rot="16200000">
              <a:off x="8214066" y="491793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7238848A-82F7-4A6A-AD28-EBC3E216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49" y="5010579"/>
              <a:ext cx="0" cy="51969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97" name="타원 296">
              <a:extLst>
                <a:ext uri="{FF2B5EF4-FFF2-40B4-BE49-F238E27FC236}">
                  <a16:creationId xmlns:a16="http://schemas.microsoft.com/office/drawing/2014/main" id="{280FD61B-142D-40E8-A87F-03E02C8DAC69}"/>
                </a:ext>
              </a:extLst>
            </p:cNvPr>
            <p:cNvSpPr/>
            <p:nvPr/>
          </p:nvSpPr>
          <p:spPr>
            <a:xfrm>
              <a:off x="7295570" y="460428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FAF58B25-E6F2-4B0E-B1F7-3119A675AE87}"/>
                </a:ext>
              </a:extLst>
            </p:cNvPr>
            <p:cNvSpPr txBox="1"/>
            <p:nvPr/>
          </p:nvSpPr>
          <p:spPr>
            <a:xfrm flipH="1">
              <a:off x="7372409" y="458846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B10C4CBD-2F31-4FAE-8A89-9EDC563BAD1F}"/>
                </a:ext>
              </a:extLst>
            </p:cNvPr>
            <p:cNvSpPr txBox="1"/>
            <p:nvPr/>
          </p:nvSpPr>
          <p:spPr>
            <a:xfrm flipH="1">
              <a:off x="7844573" y="4988371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4E0F545C-0319-4647-803B-77F07C2A56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00174" y="5530271"/>
              <a:ext cx="2808963" cy="44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0" name="타원 309">
              <a:extLst>
                <a:ext uri="{FF2B5EF4-FFF2-40B4-BE49-F238E27FC236}">
                  <a16:creationId xmlns:a16="http://schemas.microsoft.com/office/drawing/2014/main" id="{7626BE1E-6695-4E95-A689-F2FB371010BE}"/>
                </a:ext>
              </a:extLst>
            </p:cNvPr>
            <p:cNvSpPr/>
            <p:nvPr/>
          </p:nvSpPr>
          <p:spPr>
            <a:xfrm>
              <a:off x="9889598" y="5499782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22B160E7-4990-4F17-93ED-72D2DAEEA1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9884" y="417753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5" name="직선 연결선 324">
              <a:extLst>
                <a:ext uri="{FF2B5EF4-FFF2-40B4-BE49-F238E27FC236}">
                  <a16:creationId xmlns:a16="http://schemas.microsoft.com/office/drawing/2014/main" id="{85773F33-F5C9-4F15-BD10-DC4A7E70A5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1651" y="4084818"/>
              <a:ext cx="191529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8C8E80ED-97F5-4FBD-B62A-0588CD76F1F7}"/>
                </a:ext>
              </a:extLst>
            </p:cNvPr>
            <p:cNvSpPr txBox="1"/>
            <p:nvPr/>
          </p:nvSpPr>
          <p:spPr>
            <a:xfrm flipH="1">
              <a:off x="8424343" y="393070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3EF02708-3627-4D93-93FB-8C68886B66AA}"/>
                </a:ext>
              </a:extLst>
            </p:cNvPr>
            <p:cNvSpPr txBox="1"/>
            <p:nvPr/>
          </p:nvSpPr>
          <p:spPr>
            <a:xfrm flipH="1">
              <a:off x="9829173" y="3938571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T9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B1A42B4-A735-489D-922F-C2A336C5B374}"/>
                </a:ext>
              </a:extLst>
            </p:cNvPr>
            <p:cNvSpPr txBox="1"/>
            <p:nvPr/>
          </p:nvSpPr>
          <p:spPr>
            <a:xfrm flipH="1">
              <a:off x="8941411" y="409220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T10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370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3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5A8ABD6D-C1FC-44D9-B270-69F0CD027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0" y="173174"/>
            <a:ext cx="18261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ko-KR" altLang="en-US" sz="3200" b="1" dirty="0" err="1">
                <a:latin typeface="+mj-ea"/>
                <a:ea typeface="+mj-ea"/>
              </a:rPr>
              <a:t>ㄴㅇㅎㅁ</a:t>
            </a:r>
            <a:endParaRPr lang="ko-KR" altLang="en-US" sz="3200" b="1" dirty="0"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DBA5A0-B75C-41BF-94AD-22146869C7C7}"/>
              </a:ext>
            </a:extLst>
          </p:cNvPr>
          <p:cNvSpPr txBox="1"/>
          <p:nvPr/>
        </p:nvSpPr>
        <p:spPr>
          <a:xfrm>
            <a:off x="455150" y="856236"/>
            <a:ext cx="10686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• </a:t>
            </a:r>
            <a:r>
              <a:rPr lang="ko-KR" altLang="en-US" sz="2000" dirty="0"/>
              <a:t>실습</a:t>
            </a:r>
            <a:r>
              <a:rPr lang="en-US" altLang="ko-KR" sz="2000" dirty="0"/>
              <a:t>7</a:t>
            </a:r>
            <a:r>
              <a:rPr lang="ko-KR" altLang="en-US" sz="2000" dirty="0"/>
              <a:t>에서 </a:t>
            </a:r>
            <a:r>
              <a:rPr lang="ko-KR" altLang="en-US" sz="2000" dirty="0" err="1"/>
              <a:t>간략화한</a:t>
            </a:r>
            <a:r>
              <a:rPr lang="ko-KR" altLang="en-US" sz="2000" dirty="0"/>
              <a:t> 회로의 </a:t>
            </a:r>
            <a:r>
              <a:rPr lang="en-US" altLang="ko-KR" sz="2000" dirty="0"/>
              <a:t>TFT</a:t>
            </a:r>
            <a:r>
              <a:rPr lang="ko-KR" altLang="en-US" sz="2000" dirty="0"/>
              <a:t> 채널 폭을 조정해 </a:t>
            </a:r>
            <a:r>
              <a:rPr lang="en-US" altLang="ko-KR" sz="2000" dirty="0"/>
              <a:t>VTO</a:t>
            </a:r>
            <a:r>
              <a:rPr lang="ko-KR" altLang="en-US" sz="2000" dirty="0"/>
              <a:t>를 음의 값으로 내려가며 동작한계 확인</a:t>
            </a:r>
            <a:r>
              <a:rPr lang="en-US" altLang="ko-KR" sz="2000" dirty="0"/>
              <a:t>.</a:t>
            </a:r>
            <a:endParaRPr lang="en-US" altLang="ko-KR" sz="2000" dirty="0">
              <a:latin typeface="+mn-ea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5869CF-29D8-4BA1-9B25-0EB8E82FC56B}"/>
              </a:ext>
            </a:extLst>
          </p:cNvPr>
          <p:cNvGrpSpPr/>
          <p:nvPr/>
        </p:nvGrpSpPr>
        <p:grpSpPr>
          <a:xfrm>
            <a:off x="215566" y="1609016"/>
            <a:ext cx="5419494" cy="3639967"/>
            <a:chOff x="253666" y="1899800"/>
            <a:chExt cx="5419494" cy="3639967"/>
          </a:xfrm>
        </p:grpSpPr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6A2D57DC-77CF-459F-B0B4-5459C58945A8}"/>
                </a:ext>
              </a:extLst>
            </p:cNvPr>
            <p:cNvGrpSpPr/>
            <p:nvPr/>
          </p:nvGrpSpPr>
          <p:grpSpPr>
            <a:xfrm>
              <a:off x="253666" y="1899800"/>
              <a:ext cx="5419494" cy="3639967"/>
              <a:chOff x="0" y="1935736"/>
              <a:chExt cx="5419494" cy="3639967"/>
            </a:xfrm>
          </p:grpSpPr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ADDFD16C-05F4-4C82-B3AA-675E72B4663D}"/>
                  </a:ext>
                </a:extLst>
              </p:cNvPr>
              <p:cNvGrpSpPr/>
              <p:nvPr/>
            </p:nvGrpSpPr>
            <p:grpSpPr>
              <a:xfrm>
                <a:off x="0" y="1935736"/>
                <a:ext cx="5419494" cy="3639967"/>
                <a:chOff x="-59602" y="1317518"/>
                <a:chExt cx="5419494" cy="3639967"/>
              </a:xfrm>
            </p:grpSpPr>
            <p:grpSp>
              <p:nvGrpSpPr>
                <p:cNvPr id="276" name="그룹 275">
                  <a:extLst>
                    <a:ext uri="{FF2B5EF4-FFF2-40B4-BE49-F238E27FC236}">
                      <a16:creationId xmlns:a16="http://schemas.microsoft.com/office/drawing/2014/main" id="{416AA68C-D93D-4B32-9CD4-4B1E61BC390B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-59602" y="1317518"/>
                  <a:ext cx="5419494" cy="3639967"/>
                  <a:chOff x="1077819" y="779801"/>
                  <a:chExt cx="5419494" cy="3639967"/>
                </a:xfrm>
              </p:grpSpPr>
              <p:grpSp>
                <p:nvGrpSpPr>
                  <p:cNvPr id="311" name="그룹 310">
                    <a:extLst>
                      <a:ext uri="{FF2B5EF4-FFF2-40B4-BE49-F238E27FC236}">
                        <a16:creationId xmlns:a16="http://schemas.microsoft.com/office/drawing/2014/main" id="{C4549539-0468-4638-BA29-6A30A8D5BDC1}"/>
                      </a:ext>
                    </a:extLst>
                  </p:cNvPr>
                  <p:cNvGrpSpPr/>
                  <p:nvPr/>
                </p:nvGrpSpPr>
                <p:grpSpPr>
                  <a:xfrm>
                    <a:off x="5340839" y="1819474"/>
                    <a:ext cx="232254" cy="248378"/>
                    <a:chOff x="1480270" y="4149080"/>
                    <a:chExt cx="216024" cy="216024"/>
                  </a:xfrm>
                </p:grpSpPr>
                <p:cxnSp>
                  <p:nvCxnSpPr>
                    <p:cNvPr id="402" name="직선 연결선 401">
                      <a:extLst>
                        <a:ext uri="{FF2B5EF4-FFF2-40B4-BE49-F238E27FC236}">
                          <a16:creationId xmlns:a16="http://schemas.microsoft.com/office/drawing/2014/main" id="{277202D4-3A85-4F19-AF00-60F43A7F1485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403" name="직선 연결선 402">
                      <a:extLst>
                        <a:ext uri="{FF2B5EF4-FFF2-40B4-BE49-F238E27FC236}">
                          <a16:creationId xmlns:a16="http://schemas.microsoft.com/office/drawing/2014/main" id="{0B87D314-550F-4C99-8666-C9C7EBDB5956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404" name="직선 연결선 403">
                      <a:extLst>
                        <a:ext uri="{FF2B5EF4-FFF2-40B4-BE49-F238E27FC236}">
                          <a16:creationId xmlns:a16="http://schemas.microsoft.com/office/drawing/2014/main" id="{3AC4D334-0F04-41C7-A3F2-59C99947568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405" name="직선 연결선 404">
                      <a:extLst>
                        <a:ext uri="{FF2B5EF4-FFF2-40B4-BE49-F238E27FC236}">
                          <a16:creationId xmlns:a16="http://schemas.microsoft.com/office/drawing/2014/main" id="{52B05C10-0C98-4A64-9CE5-549BE3B596D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</p:grpSp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E00CD11C-E8C6-4CC2-AB91-3BA36BBD4F4A}"/>
                      </a:ext>
                    </a:extLst>
                  </p:cNvPr>
                  <p:cNvGrpSpPr/>
                  <p:nvPr/>
                </p:nvGrpSpPr>
                <p:grpSpPr>
                  <a:xfrm>
                    <a:off x="5350664" y="2902420"/>
                    <a:ext cx="232254" cy="248378"/>
                    <a:chOff x="1480270" y="4149080"/>
                    <a:chExt cx="216024" cy="216024"/>
                  </a:xfrm>
                </p:grpSpPr>
                <p:cxnSp>
                  <p:nvCxnSpPr>
                    <p:cNvPr id="398" name="직선 연결선 397">
                      <a:extLst>
                        <a:ext uri="{FF2B5EF4-FFF2-40B4-BE49-F238E27FC236}">
                          <a16:creationId xmlns:a16="http://schemas.microsoft.com/office/drawing/2014/main" id="{5E829CEA-7A7D-4FA5-AEDC-31C061805AD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9" name="직선 연결선 398">
                      <a:extLst>
                        <a:ext uri="{FF2B5EF4-FFF2-40B4-BE49-F238E27FC236}">
                          <a16:creationId xmlns:a16="http://schemas.microsoft.com/office/drawing/2014/main" id="{B9786BF0-9529-4EC9-93DF-4CED8B6FCA5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400" name="직선 연결선 399">
                      <a:extLst>
                        <a:ext uri="{FF2B5EF4-FFF2-40B4-BE49-F238E27FC236}">
                          <a16:creationId xmlns:a16="http://schemas.microsoft.com/office/drawing/2014/main" id="{A73A91BC-F142-43F3-9A44-0AEAD23C63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401" name="직선 연결선 400">
                      <a:extLst>
                        <a:ext uri="{FF2B5EF4-FFF2-40B4-BE49-F238E27FC236}">
                          <a16:creationId xmlns:a16="http://schemas.microsoft.com/office/drawing/2014/main" id="{0F2971C6-398D-4D53-8417-225F947F10D6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2034743F-9982-4CC0-A3BE-819FCD9E6466}"/>
                      </a:ext>
                    </a:extLst>
                  </p:cNvPr>
                  <p:cNvGrpSpPr/>
                  <p:nvPr/>
                </p:nvGrpSpPr>
                <p:grpSpPr>
                  <a:xfrm>
                    <a:off x="4102158" y="1819459"/>
                    <a:ext cx="232257" cy="248383"/>
                    <a:chOff x="1480268" y="4149080"/>
                    <a:chExt cx="216026" cy="216029"/>
                  </a:xfrm>
                </p:grpSpPr>
                <p:cxnSp>
                  <p:nvCxnSpPr>
                    <p:cNvPr id="394" name="직선 연결선 393">
                      <a:extLst>
                        <a:ext uri="{FF2B5EF4-FFF2-40B4-BE49-F238E27FC236}">
                          <a16:creationId xmlns:a16="http://schemas.microsoft.com/office/drawing/2014/main" id="{714A5E9F-35B6-455A-A82E-86C09FB35CF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5" name="직선 연결선 394">
                      <a:extLst>
                        <a:ext uri="{FF2B5EF4-FFF2-40B4-BE49-F238E27FC236}">
                          <a16:creationId xmlns:a16="http://schemas.microsoft.com/office/drawing/2014/main" id="{3C519D9F-CD52-47EB-9754-7ED3157B2D4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6" name="직선 연결선 395">
                      <a:extLst>
                        <a:ext uri="{FF2B5EF4-FFF2-40B4-BE49-F238E27FC236}">
                          <a16:creationId xmlns:a16="http://schemas.microsoft.com/office/drawing/2014/main" id="{9D7661F0-3CEB-4AC5-A07D-69A3CAFA910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2" y="4365109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7" name="직선 연결선 396">
                      <a:extLst>
                        <a:ext uri="{FF2B5EF4-FFF2-40B4-BE49-F238E27FC236}">
                          <a16:creationId xmlns:a16="http://schemas.microsoft.com/office/drawing/2014/main" id="{C94E2D48-C539-4186-B760-2E323BA542C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68" y="4149082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</p:grpSp>
              <p:grpSp>
                <p:nvGrpSpPr>
                  <p:cNvPr id="314" name="그룹 313">
                    <a:extLst>
                      <a:ext uri="{FF2B5EF4-FFF2-40B4-BE49-F238E27FC236}">
                        <a16:creationId xmlns:a16="http://schemas.microsoft.com/office/drawing/2014/main" id="{5B329758-34A3-491C-86B6-9B54ADC469CC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830711" y="1951728"/>
                    <a:ext cx="248378" cy="232253"/>
                    <a:chOff x="1480270" y="4149080"/>
                    <a:chExt cx="216024" cy="216024"/>
                  </a:xfrm>
                </p:grpSpPr>
                <p:cxnSp>
                  <p:nvCxnSpPr>
                    <p:cNvPr id="390" name="직선 연결선 389">
                      <a:extLst>
                        <a:ext uri="{FF2B5EF4-FFF2-40B4-BE49-F238E27FC236}">
                          <a16:creationId xmlns:a16="http://schemas.microsoft.com/office/drawing/2014/main" id="{0EAEC2FC-FE3C-4868-973D-B5E5C87A1619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1" name="직선 연결선 390">
                      <a:extLst>
                        <a:ext uri="{FF2B5EF4-FFF2-40B4-BE49-F238E27FC236}">
                          <a16:creationId xmlns:a16="http://schemas.microsoft.com/office/drawing/2014/main" id="{56C0F7E6-5A39-4814-A87B-26112003E95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2" name="직선 연결선 391">
                      <a:extLst>
                        <a:ext uri="{FF2B5EF4-FFF2-40B4-BE49-F238E27FC236}">
                          <a16:creationId xmlns:a16="http://schemas.microsoft.com/office/drawing/2014/main" id="{2DA6457D-9750-42F6-A3E1-6F60218FEEE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93" name="직선 연결선 392">
                      <a:extLst>
                        <a:ext uri="{FF2B5EF4-FFF2-40B4-BE49-F238E27FC236}">
                          <a16:creationId xmlns:a16="http://schemas.microsoft.com/office/drawing/2014/main" id="{B708B1F3-4C9B-4FB7-9A71-65BD8A70DC2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</p:grpSp>
              <p:grpSp>
                <p:nvGrpSpPr>
                  <p:cNvPr id="315" name="그룹 314">
                    <a:extLst>
                      <a:ext uri="{FF2B5EF4-FFF2-40B4-BE49-F238E27FC236}">
                        <a16:creationId xmlns:a16="http://schemas.microsoft.com/office/drawing/2014/main" id="{0A55A08E-A11D-4496-A492-BF6B1761C222}"/>
                      </a:ext>
                    </a:extLst>
                  </p:cNvPr>
                  <p:cNvGrpSpPr/>
                  <p:nvPr/>
                </p:nvGrpSpPr>
                <p:grpSpPr>
                  <a:xfrm>
                    <a:off x="3269293" y="3354855"/>
                    <a:ext cx="232254" cy="248378"/>
                    <a:chOff x="1480270" y="4149080"/>
                    <a:chExt cx="216024" cy="216024"/>
                  </a:xfrm>
                </p:grpSpPr>
                <p:cxnSp>
                  <p:nvCxnSpPr>
                    <p:cNvPr id="386" name="직선 연결선 385">
                      <a:extLst>
                        <a:ext uri="{FF2B5EF4-FFF2-40B4-BE49-F238E27FC236}">
                          <a16:creationId xmlns:a16="http://schemas.microsoft.com/office/drawing/2014/main" id="{B934A661-8F2A-4148-9F5C-83D63C77166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7" name="직선 연결선 386">
                      <a:extLst>
                        <a:ext uri="{FF2B5EF4-FFF2-40B4-BE49-F238E27FC236}">
                          <a16:creationId xmlns:a16="http://schemas.microsoft.com/office/drawing/2014/main" id="{1259EE0B-ACD7-446F-B2BD-63181ADF5B8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8" name="직선 연결선 387">
                      <a:extLst>
                        <a:ext uri="{FF2B5EF4-FFF2-40B4-BE49-F238E27FC236}">
                          <a16:creationId xmlns:a16="http://schemas.microsoft.com/office/drawing/2014/main" id="{AB03D704-EC9A-41AF-9EB2-441BB424702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9" name="직선 연결선 388">
                      <a:extLst>
                        <a:ext uri="{FF2B5EF4-FFF2-40B4-BE49-F238E27FC236}">
                          <a16:creationId xmlns:a16="http://schemas.microsoft.com/office/drawing/2014/main" id="{6E549DD4-CAF9-402A-A4D8-BD4EF9E056E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</p:cxnSp>
              </p:grpSp>
              <p:grpSp>
                <p:nvGrpSpPr>
                  <p:cNvPr id="316" name="그룹 315">
                    <a:extLst>
                      <a:ext uri="{FF2B5EF4-FFF2-40B4-BE49-F238E27FC236}">
                        <a16:creationId xmlns:a16="http://schemas.microsoft.com/office/drawing/2014/main" id="{8B4ED482-E1B7-4C72-B0AB-B6F0638C9994}"/>
                      </a:ext>
                    </a:extLst>
                  </p:cNvPr>
                  <p:cNvGrpSpPr/>
                  <p:nvPr/>
                </p:nvGrpSpPr>
                <p:grpSpPr>
                  <a:xfrm>
                    <a:off x="2331370" y="3073603"/>
                    <a:ext cx="232254" cy="194158"/>
                    <a:chOff x="1480270" y="4149080"/>
                    <a:chExt cx="216024" cy="216024"/>
                  </a:xfrm>
                </p:grpSpPr>
                <p:cxnSp>
                  <p:nvCxnSpPr>
                    <p:cNvPr id="382" name="직선 연결선 381">
                      <a:extLst>
                        <a:ext uri="{FF2B5EF4-FFF2-40B4-BE49-F238E27FC236}">
                          <a16:creationId xmlns:a16="http://schemas.microsoft.com/office/drawing/2014/main" id="{593F3D4B-4F8F-4837-A768-94C053B0473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3" name="직선 연결선 382">
                      <a:extLst>
                        <a:ext uri="{FF2B5EF4-FFF2-40B4-BE49-F238E27FC236}">
                          <a16:creationId xmlns:a16="http://schemas.microsoft.com/office/drawing/2014/main" id="{EC4D3756-8995-42B7-9984-0EBA8B95AD6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4" name="직선 연결선 383">
                      <a:extLst>
                        <a:ext uri="{FF2B5EF4-FFF2-40B4-BE49-F238E27FC236}">
                          <a16:creationId xmlns:a16="http://schemas.microsoft.com/office/drawing/2014/main" id="{790FDABE-4A2E-442C-9F97-FC8CB9F1671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5" name="직선 연결선 384">
                      <a:extLst>
                        <a:ext uri="{FF2B5EF4-FFF2-40B4-BE49-F238E27FC236}">
                          <a16:creationId xmlns:a16="http://schemas.microsoft.com/office/drawing/2014/main" id="{96E596F5-EAF7-4E71-9349-C8DFBAAF20B9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</p:grpSp>
              <p:cxnSp>
                <p:nvCxnSpPr>
                  <p:cNvPr id="317" name="직선 연결선 316">
                    <a:extLst>
                      <a:ext uri="{FF2B5EF4-FFF2-40B4-BE49-F238E27FC236}">
                        <a16:creationId xmlns:a16="http://schemas.microsoft.com/office/drawing/2014/main" id="{F7F3330E-98C4-417E-BF27-13818A66551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66819" y="4202124"/>
                    <a:ext cx="302980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18" name="직선 연결선 317">
                    <a:extLst>
                      <a:ext uri="{FF2B5EF4-FFF2-40B4-BE49-F238E27FC236}">
                        <a16:creationId xmlns:a16="http://schemas.microsoft.com/office/drawing/2014/main" id="{28ED4DDB-63C7-4A19-87E9-34B9D31516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5573089" y="1139650"/>
                    <a:ext cx="0" cy="679824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19" name="직선 연결선 318">
                    <a:extLst>
                      <a:ext uri="{FF2B5EF4-FFF2-40B4-BE49-F238E27FC236}">
                        <a16:creationId xmlns:a16="http://schemas.microsoft.com/office/drawing/2014/main" id="{28359B59-C2B2-4ACA-B729-6821F810D2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5573091" y="2067853"/>
                    <a:ext cx="0" cy="836123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0" name="직선 연결선 319">
                    <a:extLst>
                      <a:ext uri="{FF2B5EF4-FFF2-40B4-BE49-F238E27FC236}">
                        <a16:creationId xmlns:a16="http://schemas.microsoft.com/office/drawing/2014/main" id="{3C23A4DF-7ED6-431E-A4AD-778DAD401C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4832042" y="3036246"/>
                    <a:ext cx="514537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1" name="직선 연결선 320">
                    <a:extLst>
                      <a:ext uri="{FF2B5EF4-FFF2-40B4-BE49-F238E27FC236}">
                        <a16:creationId xmlns:a16="http://schemas.microsoft.com/office/drawing/2014/main" id="{45A378D1-CD69-4066-9578-FD2BEF8399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5573089" y="3150799"/>
                    <a:ext cx="0" cy="850754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2" name="직선 연결선 321">
                    <a:extLst>
                      <a:ext uri="{FF2B5EF4-FFF2-40B4-BE49-F238E27FC236}">
                        <a16:creationId xmlns:a16="http://schemas.microsoft.com/office/drawing/2014/main" id="{D045E63D-8AE8-4939-82AB-D62EEA3BFE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4097191" y="1943662"/>
                    <a:ext cx="1231547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3" name="직선 연결선 322">
                    <a:extLst>
                      <a:ext uri="{FF2B5EF4-FFF2-40B4-BE49-F238E27FC236}">
                        <a16:creationId xmlns:a16="http://schemas.microsoft.com/office/drawing/2014/main" id="{508F2218-EFEF-4F32-AC85-00C7B8AA7A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3066757" y="1946903"/>
                    <a:ext cx="1053765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4" name="직선 연결선 323">
                    <a:extLst>
                      <a:ext uri="{FF2B5EF4-FFF2-40B4-BE49-F238E27FC236}">
                        <a16:creationId xmlns:a16="http://schemas.microsoft.com/office/drawing/2014/main" id="{DC5FAC7C-D416-413C-B1B6-E04134526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1466668" y="1955258"/>
                    <a:ext cx="991218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5" name="직선 연결선 324">
                    <a:extLst>
                      <a:ext uri="{FF2B5EF4-FFF2-40B4-BE49-F238E27FC236}">
                        <a16:creationId xmlns:a16="http://schemas.microsoft.com/office/drawing/2014/main" id="{DD75C96F-0D39-4BE6-86C5-4ACCE8103D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 flipV="1">
                    <a:off x="2807767" y="3026609"/>
                    <a:ext cx="2046833" cy="9636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6" name="직선 연결선 325">
                    <a:extLst>
                      <a:ext uri="{FF2B5EF4-FFF2-40B4-BE49-F238E27FC236}">
                        <a16:creationId xmlns:a16="http://schemas.microsoft.com/office/drawing/2014/main" id="{30A3E824-4919-4E26-A851-DBD393227A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63621" y="2745758"/>
                    <a:ext cx="0" cy="324329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27" name="직선 연결선 326">
                    <a:extLst>
                      <a:ext uri="{FF2B5EF4-FFF2-40B4-BE49-F238E27FC236}">
                        <a16:creationId xmlns:a16="http://schemas.microsoft.com/office/drawing/2014/main" id="{7891D7EE-A48C-4087-BFAB-DE62A243D1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63621" y="3580228"/>
                    <a:ext cx="0" cy="384042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28" name="직선 연결선 327">
                    <a:extLst>
                      <a:ext uri="{FF2B5EF4-FFF2-40B4-BE49-F238E27FC236}">
                        <a16:creationId xmlns:a16="http://schemas.microsoft.com/office/drawing/2014/main" id="{A5691603-87A0-49F8-BCB5-324CA8C5EB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1544" y="3597250"/>
                    <a:ext cx="0" cy="242257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29" name="직선 연결선 328">
                    <a:extLst>
                      <a:ext uri="{FF2B5EF4-FFF2-40B4-BE49-F238E27FC236}">
                        <a16:creationId xmlns:a16="http://schemas.microsoft.com/office/drawing/2014/main" id="{28B911CA-1C43-479D-AB76-FCE77D2725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1044" y="3838530"/>
                    <a:ext cx="0" cy="35955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0" name="직선 연결선 329">
                    <a:extLst>
                      <a:ext uri="{FF2B5EF4-FFF2-40B4-BE49-F238E27FC236}">
                        <a16:creationId xmlns:a16="http://schemas.microsoft.com/office/drawing/2014/main" id="{B1EB3146-F089-4635-8438-58E82BF47A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4337160" y="2487849"/>
                    <a:ext cx="0" cy="13056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1" name="직선 연결선 330">
                    <a:extLst>
                      <a:ext uri="{FF2B5EF4-FFF2-40B4-BE49-F238E27FC236}">
                        <a16:creationId xmlns:a16="http://schemas.microsoft.com/office/drawing/2014/main" id="{60A88EE8-D238-45BC-BCA4-AE57418FC1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30102" y="1325755"/>
                    <a:ext cx="0" cy="493719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2" name="직선 연결선 331">
                    <a:extLst>
                      <a:ext uri="{FF2B5EF4-FFF2-40B4-BE49-F238E27FC236}">
                        <a16:creationId xmlns:a16="http://schemas.microsoft.com/office/drawing/2014/main" id="{636B8AC4-E723-4821-953F-D587D5C3D1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4330102" y="1318410"/>
                    <a:ext cx="1242987" cy="7345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3" name="직선 연결선 332">
                    <a:extLst>
                      <a:ext uri="{FF2B5EF4-FFF2-40B4-BE49-F238E27FC236}">
                        <a16:creationId xmlns:a16="http://schemas.microsoft.com/office/drawing/2014/main" id="{C3479746-283A-4FEA-A735-8DDB6B4D7D24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219129" y="2542219"/>
                    <a:ext cx="0" cy="24837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4" name="직선 연결선 333">
                    <a:extLst>
                      <a:ext uri="{FF2B5EF4-FFF2-40B4-BE49-F238E27FC236}">
                        <a16:creationId xmlns:a16="http://schemas.microsoft.com/office/drawing/2014/main" id="{82F7D1AB-7FB9-418C-B386-768CCEB4910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41712" y="2542219"/>
                    <a:ext cx="0" cy="24837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5" name="직선 연결선 334">
                    <a:extLst>
                      <a:ext uri="{FF2B5EF4-FFF2-40B4-BE49-F238E27FC236}">
                        <a16:creationId xmlns:a16="http://schemas.microsoft.com/office/drawing/2014/main" id="{A25A43DF-FD8E-4CDE-9806-7146527FF25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31886" y="1448425"/>
                    <a:ext cx="0" cy="24837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6" name="직선 연결선 335">
                    <a:extLst>
                      <a:ext uri="{FF2B5EF4-FFF2-40B4-BE49-F238E27FC236}">
                        <a16:creationId xmlns:a16="http://schemas.microsoft.com/office/drawing/2014/main" id="{0311A9F4-418A-4CF2-9580-D8662BC1F13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054468" y="1448425"/>
                    <a:ext cx="0" cy="24837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37" name="직선 연결선 336">
                    <a:extLst>
                      <a:ext uri="{FF2B5EF4-FFF2-40B4-BE49-F238E27FC236}">
                        <a16:creationId xmlns:a16="http://schemas.microsoft.com/office/drawing/2014/main" id="{754DE96E-5CD3-4FD7-9C93-5CA067C352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219129" y="2666408"/>
                    <a:ext cx="363786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8" name="직선 연결선 337">
                    <a:extLst>
                      <a:ext uri="{FF2B5EF4-FFF2-40B4-BE49-F238E27FC236}">
                        <a16:creationId xmlns:a16="http://schemas.microsoft.com/office/drawing/2014/main" id="{C2C94C78-0D69-40D2-8266-CA21884B16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961421" y="2666408"/>
                    <a:ext cx="172590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9" name="직선 연결선 338">
                    <a:extLst>
                      <a:ext uri="{FF2B5EF4-FFF2-40B4-BE49-F238E27FC236}">
                        <a16:creationId xmlns:a16="http://schemas.microsoft.com/office/drawing/2014/main" id="{17140811-892F-4511-8D0E-AEBB7CC282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961421" y="2657699"/>
                    <a:ext cx="0" cy="379297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0" name="직선 연결선 339">
                    <a:extLst>
                      <a:ext uri="{FF2B5EF4-FFF2-40B4-BE49-F238E27FC236}">
                        <a16:creationId xmlns:a16="http://schemas.microsoft.com/office/drawing/2014/main" id="{28DA6426-88B3-4346-859F-44E2766928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124186" y="1572614"/>
                    <a:ext cx="448903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1" name="직선 연결선 340">
                    <a:extLst>
                      <a:ext uri="{FF2B5EF4-FFF2-40B4-BE49-F238E27FC236}">
                        <a16:creationId xmlns:a16="http://schemas.microsoft.com/office/drawing/2014/main" id="{3A8202B4-C400-4529-BBAC-CFE008BA6E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865301" y="1572614"/>
                    <a:ext cx="172590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2" name="직선 연결선 341">
                    <a:extLst>
                      <a:ext uri="{FF2B5EF4-FFF2-40B4-BE49-F238E27FC236}">
                        <a16:creationId xmlns:a16="http://schemas.microsoft.com/office/drawing/2014/main" id="{1FE80092-DFBD-45C2-99E1-49E6911AE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865301" y="1572614"/>
                    <a:ext cx="0" cy="371047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3" name="직선 연결선 342">
                    <a:extLst>
                      <a:ext uri="{FF2B5EF4-FFF2-40B4-BE49-F238E27FC236}">
                        <a16:creationId xmlns:a16="http://schemas.microsoft.com/office/drawing/2014/main" id="{73A3383E-94E4-4D22-8576-D80524D761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3492634" y="1678245"/>
                    <a:ext cx="8410" cy="1245021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4" name="직선 연결선 343">
                    <a:extLst>
                      <a:ext uri="{FF2B5EF4-FFF2-40B4-BE49-F238E27FC236}">
                        <a16:creationId xmlns:a16="http://schemas.microsoft.com/office/drawing/2014/main" id="{318E5BE1-63CB-4010-ABA4-1AE0D8510D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 flipV="1">
                    <a:off x="1913206" y="3476920"/>
                    <a:ext cx="1356086" cy="1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5" name="직선 연결선 344">
                    <a:extLst>
                      <a:ext uri="{FF2B5EF4-FFF2-40B4-BE49-F238E27FC236}">
                        <a16:creationId xmlns:a16="http://schemas.microsoft.com/office/drawing/2014/main" id="{5881307C-288B-414B-A355-BED755E821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19536" y="1945279"/>
                    <a:ext cx="0" cy="1537431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6" name="직선 연결선 345">
                    <a:extLst>
                      <a:ext uri="{FF2B5EF4-FFF2-40B4-BE49-F238E27FC236}">
                        <a16:creationId xmlns:a16="http://schemas.microsoft.com/office/drawing/2014/main" id="{412612FE-CEE6-4A4B-815B-CC832D0A73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V="1">
                    <a:off x="2957383" y="2192044"/>
                    <a:ext cx="3866" cy="844952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sp>
                <p:nvSpPr>
                  <p:cNvPr id="347" name="원호 346">
                    <a:extLst>
                      <a:ext uri="{FF2B5EF4-FFF2-40B4-BE49-F238E27FC236}">
                        <a16:creationId xmlns:a16="http://schemas.microsoft.com/office/drawing/2014/main" id="{A87FAAD9-9A7D-4648-986F-D2450550127A}"/>
                      </a:ext>
                    </a:extLst>
                  </p:cNvPr>
                  <p:cNvSpPr/>
                  <p:nvPr/>
                </p:nvSpPr>
                <p:spPr>
                  <a:xfrm rot="15897687" flipH="1">
                    <a:off x="3390205" y="2937685"/>
                    <a:ext cx="248378" cy="232253"/>
                  </a:xfrm>
                  <a:prstGeom prst="arc">
                    <a:avLst/>
                  </a:prstGeom>
                  <a:noFill/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</a:ln>
                  <a:effectLst/>
                </p:spPr>
                <p:txBody>
                  <a:bodyPr lIns="36000" rIns="36000" rtlCol="0" anchor="ctr"/>
                  <a:lstStyle/>
                  <a:p>
                    <a:pPr algn="ctr" latinLnBrk="0">
                      <a:defRPr/>
                    </a:pPr>
                    <a:endParaRPr lang="ko-KR" altLang="en-US" sz="1200" kern="0">
                      <a:solidFill>
                        <a:prstClr val="black"/>
                      </a:solidFill>
                      <a:latin typeface="맑은 고딕"/>
                      <a:ea typeface="맑은 고딕"/>
                    </a:endParaRPr>
                  </a:p>
                </p:txBody>
              </p:sp>
              <p:sp>
                <p:nvSpPr>
                  <p:cNvPr id="348" name="원호 347">
                    <a:extLst>
                      <a:ext uri="{FF2B5EF4-FFF2-40B4-BE49-F238E27FC236}">
                        <a16:creationId xmlns:a16="http://schemas.microsoft.com/office/drawing/2014/main" id="{AF964B81-0590-4BC5-8280-1E98530FFE59}"/>
                      </a:ext>
                    </a:extLst>
                  </p:cNvPr>
                  <p:cNvSpPr/>
                  <p:nvPr/>
                </p:nvSpPr>
                <p:spPr>
                  <a:xfrm rot="21108729" flipH="1">
                    <a:off x="3397387" y="2916259"/>
                    <a:ext cx="232253" cy="248378"/>
                  </a:xfrm>
                  <a:prstGeom prst="arc">
                    <a:avLst/>
                  </a:prstGeom>
                  <a:noFill/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</a:ln>
                  <a:effectLst/>
                </p:spPr>
                <p:txBody>
                  <a:bodyPr lIns="36000" rIns="36000" rtlCol="0" anchor="ctr"/>
                  <a:lstStyle/>
                  <a:p>
                    <a:pPr algn="ctr" latinLnBrk="0">
                      <a:defRPr/>
                    </a:pPr>
                    <a:endParaRPr lang="ko-KR" altLang="en-US" sz="1200" kern="0">
                      <a:solidFill>
                        <a:prstClr val="black"/>
                      </a:solidFill>
                      <a:latin typeface="맑은 고딕"/>
                      <a:ea typeface="맑은 고딕"/>
                    </a:endParaRPr>
                  </a:p>
                </p:txBody>
              </p:sp>
              <p:cxnSp>
                <p:nvCxnSpPr>
                  <p:cNvPr id="349" name="직선 연결선 348">
                    <a:extLst>
                      <a:ext uri="{FF2B5EF4-FFF2-40B4-BE49-F238E27FC236}">
                        <a16:creationId xmlns:a16="http://schemas.microsoft.com/office/drawing/2014/main" id="{CFB665B6-1A89-4328-BE31-51F9DAD9E4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13513" y="3178482"/>
                    <a:ext cx="0" cy="180753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sp>
                <p:nvSpPr>
                  <p:cNvPr id="350" name="TextBox 349">
                    <a:extLst>
                      <a:ext uri="{FF2B5EF4-FFF2-40B4-BE49-F238E27FC236}">
                        <a16:creationId xmlns:a16="http://schemas.microsoft.com/office/drawing/2014/main" id="{EBE8E726-570B-47AE-8B9A-192C1CA8FD6E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2061762" y="2803557"/>
                    <a:ext cx="413823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T5_2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1" name="TextBox 350">
                    <a:extLst>
                      <a:ext uri="{FF2B5EF4-FFF2-40B4-BE49-F238E27FC236}">
                        <a16:creationId xmlns:a16="http://schemas.microsoft.com/office/drawing/2014/main" id="{FD4175EA-AA8C-4963-BBFB-8C7ED1636EB1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416218" y="1817019"/>
                    <a:ext cx="39238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T8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2" name="TextBox 351">
                    <a:extLst>
                      <a:ext uri="{FF2B5EF4-FFF2-40B4-BE49-F238E27FC236}">
                        <a16:creationId xmlns:a16="http://schemas.microsoft.com/office/drawing/2014/main" id="{CD09CA8C-C406-44CD-9598-59651374D50E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446930" y="2885060"/>
                    <a:ext cx="39238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>
                        <a:solidFill>
                          <a:prstClr val="black"/>
                        </a:solidFill>
                      </a:rPr>
                      <a:t>T7</a:t>
                    </a:r>
                    <a:endParaRPr lang="ko-KR" altLang="en-US" sz="1200" b="1" kern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3" name="TextBox 352">
                    <a:extLst>
                      <a:ext uri="{FF2B5EF4-FFF2-40B4-BE49-F238E27FC236}">
                        <a16:creationId xmlns:a16="http://schemas.microsoft.com/office/drawing/2014/main" id="{DD7B13E3-0B03-43E4-8CAF-0065A226A136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348345" y="3358712"/>
                    <a:ext cx="39238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>
                        <a:solidFill>
                          <a:prstClr val="black"/>
                        </a:solidFill>
                      </a:rPr>
                      <a:t>T3</a:t>
                    </a:r>
                    <a:endParaRPr lang="ko-KR" altLang="en-US" sz="1200" b="1" kern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4" name="TextBox 353">
                    <a:extLst>
                      <a:ext uri="{FF2B5EF4-FFF2-40B4-BE49-F238E27FC236}">
                        <a16:creationId xmlns:a16="http://schemas.microsoft.com/office/drawing/2014/main" id="{516E9F0C-253B-4C82-B5EA-1521E7E6B7A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1077819" y="1810669"/>
                    <a:ext cx="45851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>
                        <a:solidFill>
                          <a:prstClr val="black"/>
                        </a:solidFill>
                      </a:rPr>
                      <a:t>CK1</a:t>
                    </a:r>
                    <a:endParaRPr lang="ko-KR" altLang="en-US" sz="1200" b="1" kern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5" name="TextBox 354">
                    <a:extLst>
                      <a:ext uri="{FF2B5EF4-FFF2-40B4-BE49-F238E27FC236}">
                        <a16:creationId xmlns:a16="http://schemas.microsoft.com/office/drawing/2014/main" id="{DE05248A-CABE-49FC-BBF2-1B2C06F5DB59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359463" y="3960307"/>
                    <a:ext cx="45851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>
                        <a:solidFill>
                          <a:prstClr val="black"/>
                        </a:solidFill>
                      </a:rPr>
                      <a:t>CK2</a:t>
                    </a:r>
                    <a:endParaRPr lang="ko-KR" altLang="en-US" sz="1200" b="1" kern="0">
                      <a:solidFill>
                        <a:prstClr val="black"/>
                      </a:solidFill>
                    </a:endParaRPr>
                  </a:p>
                </p:txBody>
              </p:sp>
              <p:cxnSp>
                <p:nvCxnSpPr>
                  <p:cNvPr id="356" name="직선 연결선 355">
                    <a:extLst>
                      <a:ext uri="{FF2B5EF4-FFF2-40B4-BE49-F238E27FC236}">
                        <a16:creationId xmlns:a16="http://schemas.microsoft.com/office/drawing/2014/main" id="{1CB85127-EA8D-41F0-BAD7-5A628FF087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3981052" y="2718608"/>
                    <a:ext cx="147210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57" name="TextBox 356">
                    <a:extLst>
                      <a:ext uri="{FF2B5EF4-FFF2-40B4-BE49-F238E27FC236}">
                        <a16:creationId xmlns:a16="http://schemas.microsoft.com/office/drawing/2014/main" id="{1940ECE2-EE90-4193-A0F7-47B7C0951D59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4956600" y="3003364"/>
                    <a:ext cx="248748" cy="276999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srgbClr val="FF0000"/>
                        </a:solidFill>
                      </a:rPr>
                      <a:t>Q</a:t>
                    </a:r>
                    <a:endParaRPr lang="ko-KR" altLang="en-US" sz="1200" b="1" kern="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58" name="TextBox 357">
                    <a:extLst>
                      <a:ext uri="{FF2B5EF4-FFF2-40B4-BE49-F238E27FC236}">
                        <a16:creationId xmlns:a16="http://schemas.microsoft.com/office/drawing/2014/main" id="{5B84226D-3AE4-4836-ACA7-DB0A928B6E75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4753089" y="1714451"/>
                    <a:ext cx="486301" cy="276999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srgbClr val="0070C0"/>
                        </a:solidFill>
                      </a:rPr>
                      <a:t>QB</a:t>
                    </a:r>
                    <a:endParaRPr lang="ko-KR" altLang="en-US" sz="1200" b="1" kern="0" dirty="0">
                      <a:solidFill>
                        <a:srgbClr val="0070C0"/>
                      </a:solidFill>
                    </a:endParaRPr>
                  </a:p>
                </p:txBody>
              </p:sp>
              <p:sp>
                <p:nvSpPr>
                  <p:cNvPr id="359" name="TextBox 358">
                    <a:extLst>
                      <a:ext uri="{FF2B5EF4-FFF2-40B4-BE49-F238E27FC236}">
                        <a16:creationId xmlns:a16="http://schemas.microsoft.com/office/drawing/2014/main" id="{E1298F39-55B9-4FB9-AB82-FBA8E8D3919C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285788" y="779801"/>
                    <a:ext cx="58249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VGL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0" name="TextBox 359">
                    <a:extLst>
                      <a:ext uri="{FF2B5EF4-FFF2-40B4-BE49-F238E27FC236}">
                        <a16:creationId xmlns:a16="http://schemas.microsoft.com/office/drawing/2014/main" id="{E2F618F8-470C-4197-B1D2-5B81A7D0D611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230808" y="4142769"/>
                    <a:ext cx="58249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VGH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1" name="이등변 삼각형 360">
                    <a:extLst>
                      <a:ext uri="{FF2B5EF4-FFF2-40B4-BE49-F238E27FC236}">
                        <a16:creationId xmlns:a16="http://schemas.microsoft.com/office/drawing/2014/main" id="{84885A60-4C47-46E8-B809-8CED4C3006D8}"/>
                      </a:ext>
                    </a:extLst>
                  </p:cNvPr>
                  <p:cNvSpPr/>
                  <p:nvPr/>
                </p:nvSpPr>
                <p:spPr>
                  <a:xfrm>
                    <a:off x="5464872" y="975314"/>
                    <a:ext cx="216431" cy="163899"/>
                  </a:xfrm>
                  <a:prstGeom prst="triangle">
                    <a:avLst/>
                  </a:prstGeom>
                  <a:solidFill>
                    <a:sysClr val="window" lastClr="FFFFFF"/>
                  </a:solidFill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  <p:txBody>
                  <a:bodyPr lIns="36000" rIns="36000" rtlCol="0" anchor="ctr"/>
                  <a:lstStyle/>
                  <a:p>
                    <a:pPr algn="ctr" latinLnBrk="0">
                      <a:defRPr/>
                    </a:pPr>
                    <a:endParaRPr lang="ko-KR" altLang="en-US" sz="1200" kern="0">
                      <a:solidFill>
                        <a:prstClr val="black"/>
                      </a:solidFill>
                      <a:latin typeface="맑은 고딕"/>
                      <a:ea typeface="맑은 고딕"/>
                    </a:endParaRPr>
                  </a:p>
                </p:txBody>
              </p:sp>
              <p:sp>
                <p:nvSpPr>
                  <p:cNvPr id="362" name="원호 361">
                    <a:extLst>
                      <a:ext uri="{FF2B5EF4-FFF2-40B4-BE49-F238E27FC236}">
                        <a16:creationId xmlns:a16="http://schemas.microsoft.com/office/drawing/2014/main" id="{66D41B8A-DAB4-4AAC-890B-EB18EECF87CB}"/>
                      </a:ext>
                    </a:extLst>
                  </p:cNvPr>
                  <p:cNvSpPr/>
                  <p:nvPr/>
                </p:nvSpPr>
                <p:spPr>
                  <a:xfrm rot="15897687" flipH="1">
                    <a:off x="3881433" y="2907997"/>
                    <a:ext cx="248378" cy="232253"/>
                  </a:xfrm>
                  <a:prstGeom prst="arc">
                    <a:avLst/>
                  </a:prstGeom>
                  <a:noFill/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</a:ln>
                  <a:effectLst/>
                </p:spPr>
                <p:txBody>
                  <a:bodyPr lIns="36000" rIns="36000" rtlCol="0" anchor="ctr"/>
                  <a:lstStyle/>
                  <a:p>
                    <a:pPr algn="ctr" latinLnBrk="0">
                      <a:defRPr/>
                    </a:pPr>
                    <a:endParaRPr lang="ko-KR" altLang="en-US" sz="1200" kern="0">
                      <a:solidFill>
                        <a:prstClr val="black"/>
                      </a:solidFill>
                      <a:latin typeface="맑은 고딕"/>
                      <a:ea typeface="맑은 고딕"/>
                    </a:endParaRPr>
                  </a:p>
                </p:txBody>
              </p:sp>
              <p:sp>
                <p:nvSpPr>
                  <p:cNvPr id="363" name="원호 362">
                    <a:extLst>
                      <a:ext uri="{FF2B5EF4-FFF2-40B4-BE49-F238E27FC236}">
                        <a16:creationId xmlns:a16="http://schemas.microsoft.com/office/drawing/2014/main" id="{1EBA3EF9-0D94-4819-917C-26D5ED66CBBC}"/>
                      </a:ext>
                    </a:extLst>
                  </p:cNvPr>
                  <p:cNvSpPr/>
                  <p:nvPr/>
                </p:nvSpPr>
                <p:spPr>
                  <a:xfrm rot="21108729" flipH="1">
                    <a:off x="3888565" y="2894925"/>
                    <a:ext cx="232253" cy="248378"/>
                  </a:xfrm>
                  <a:prstGeom prst="arc">
                    <a:avLst/>
                  </a:prstGeom>
                  <a:noFill/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</a:ln>
                  <a:effectLst/>
                </p:spPr>
                <p:txBody>
                  <a:bodyPr lIns="36000" rIns="36000" rtlCol="0" anchor="ctr"/>
                  <a:lstStyle/>
                  <a:p>
                    <a:pPr algn="ctr" latinLnBrk="0">
                      <a:defRPr/>
                    </a:pPr>
                    <a:endParaRPr lang="ko-KR" altLang="en-US" sz="1200" kern="0">
                      <a:solidFill>
                        <a:prstClr val="black"/>
                      </a:solidFill>
                      <a:latin typeface="맑은 고딕"/>
                      <a:ea typeface="맑은 고딕"/>
                    </a:endParaRPr>
                  </a:p>
                </p:txBody>
              </p:sp>
              <p:cxnSp>
                <p:nvCxnSpPr>
                  <p:cNvPr id="364" name="직선 연결선 363">
                    <a:extLst>
                      <a:ext uri="{FF2B5EF4-FFF2-40B4-BE49-F238E27FC236}">
                        <a16:creationId xmlns:a16="http://schemas.microsoft.com/office/drawing/2014/main" id="{2E2CA59A-3810-47B2-8F4A-AD6A5FB9A1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4692" y="3150798"/>
                    <a:ext cx="0" cy="45629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5" name="직선 연결선 364">
                    <a:extLst>
                      <a:ext uri="{FF2B5EF4-FFF2-40B4-BE49-F238E27FC236}">
                        <a16:creationId xmlns:a16="http://schemas.microsoft.com/office/drawing/2014/main" id="{CA537701-0621-4F40-A29D-86DC928851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 flipV="1">
                    <a:off x="4005334" y="3601321"/>
                    <a:ext cx="1567753" cy="5771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66" name="TextBox 365">
                    <a:extLst>
                      <a:ext uri="{FF2B5EF4-FFF2-40B4-BE49-F238E27FC236}">
                        <a16:creationId xmlns:a16="http://schemas.microsoft.com/office/drawing/2014/main" id="{D3FEB9DF-074E-4E98-998E-F5C2AD3672BD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2184090" y="3944089"/>
                    <a:ext cx="78016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Scan[n-1]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cxnSp>
                <p:nvCxnSpPr>
                  <p:cNvPr id="367" name="직선 연결선 366">
                    <a:extLst>
                      <a:ext uri="{FF2B5EF4-FFF2-40B4-BE49-F238E27FC236}">
                        <a16:creationId xmlns:a16="http://schemas.microsoft.com/office/drawing/2014/main" id="{48A41BDD-BCD1-4FBD-A4D5-74E2028B3D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65775" y="2398134"/>
                    <a:ext cx="309192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2439DA3F-960A-47A4-B3B2-E06E62B8B6CB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771667" y="2244232"/>
                    <a:ext cx="72564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Scan[n]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9" name="TextBox 368">
                    <a:extLst>
                      <a:ext uri="{FF2B5EF4-FFF2-40B4-BE49-F238E27FC236}">
                        <a16:creationId xmlns:a16="http://schemas.microsoft.com/office/drawing/2014/main" id="{5A9C206D-DD14-4079-BD4A-C32DAAF70B9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4713574" y="1318409"/>
                    <a:ext cx="39238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C1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53076954-E73B-497E-A81B-E220E6472726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5148774" y="2634701"/>
                    <a:ext cx="392386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C2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cxnSp>
                <p:nvCxnSpPr>
                  <p:cNvPr id="371" name="직선 연결선 370">
                    <a:extLst>
                      <a:ext uri="{FF2B5EF4-FFF2-40B4-BE49-F238E27FC236}">
                        <a16:creationId xmlns:a16="http://schemas.microsoft.com/office/drawing/2014/main" id="{CABF96E3-94C6-437C-B41B-25E7F29AE8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60574" y="3265008"/>
                    <a:ext cx="0" cy="122195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72" name="직선 연결선 371">
                    <a:extLst>
                      <a:ext uri="{FF2B5EF4-FFF2-40B4-BE49-F238E27FC236}">
                        <a16:creationId xmlns:a16="http://schemas.microsoft.com/office/drawing/2014/main" id="{213325C4-6AC7-4879-9DEF-16F42D6685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2560574" y="2745758"/>
                    <a:ext cx="393641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73" name="직선 연결선 372">
                    <a:extLst>
                      <a:ext uri="{FF2B5EF4-FFF2-40B4-BE49-F238E27FC236}">
                        <a16:creationId xmlns:a16="http://schemas.microsoft.com/office/drawing/2014/main" id="{6EE298CA-49BF-441C-8418-60A9016BC8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rot="10800000" flipH="1">
                    <a:off x="1920240" y="3171448"/>
                    <a:ext cx="408082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chemeClr val="accent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accent2"/>
                      </a:gs>
                      <a:gs pos="100000">
                        <a:schemeClr val="accent2">
                          <a:gamma/>
                          <a:shade val="46275"/>
                          <a:invGamma/>
                        </a:schemeClr>
                      </a:gs>
                    </a:gsLst>
                    <a:lin ang="0" scaled="1"/>
                  </a:gradFill>
                  <a:ln w="19050" cap="flat" cmpd="sng" algn="ctr">
                    <a:solidFill>
                      <a:schemeClr val="accent4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grpSp>
                <p:nvGrpSpPr>
                  <p:cNvPr id="374" name="그룹 373">
                    <a:extLst>
                      <a:ext uri="{FF2B5EF4-FFF2-40B4-BE49-F238E27FC236}">
                        <a16:creationId xmlns:a16="http://schemas.microsoft.com/office/drawing/2014/main" id="{D30B963C-572D-40C9-8AA0-EB746C699F2A}"/>
                      </a:ext>
                    </a:extLst>
                  </p:cNvPr>
                  <p:cNvGrpSpPr/>
                  <p:nvPr/>
                </p:nvGrpSpPr>
                <p:grpSpPr>
                  <a:xfrm>
                    <a:off x="2328323" y="3376467"/>
                    <a:ext cx="232254" cy="194158"/>
                    <a:chOff x="1480270" y="4149080"/>
                    <a:chExt cx="216024" cy="216024"/>
                  </a:xfrm>
                  <a:noFill/>
                </p:grpSpPr>
                <p:cxnSp>
                  <p:nvCxnSpPr>
                    <p:cNvPr id="378" name="직선 연결선 377">
                      <a:extLst>
                        <a:ext uri="{FF2B5EF4-FFF2-40B4-BE49-F238E27FC236}">
                          <a16:creationId xmlns:a16="http://schemas.microsoft.com/office/drawing/2014/main" id="{8DCDDB24-CBED-428A-AC59-680A6CDEF63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144016" cy="0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79" name="직선 연결선 378">
                      <a:extLst>
                        <a:ext uri="{FF2B5EF4-FFF2-40B4-BE49-F238E27FC236}">
                          <a16:creationId xmlns:a16="http://schemas.microsoft.com/office/drawing/2014/main" id="{4893A1F6-88B2-4E9C-BFDB-3D469CC68543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552278" y="4149080"/>
                      <a:ext cx="0" cy="216024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0" name="직선 연결선 379">
                      <a:extLst>
                        <a:ext uri="{FF2B5EF4-FFF2-40B4-BE49-F238E27FC236}">
                          <a16:creationId xmlns:a16="http://schemas.microsoft.com/office/drawing/2014/main" id="{593545E9-F9D7-4E23-96DE-BB9DA7E1397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552278" y="4365104"/>
                      <a:ext cx="144016" cy="0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381" name="직선 연결선 380">
                      <a:extLst>
                        <a:ext uri="{FF2B5EF4-FFF2-40B4-BE49-F238E27FC236}">
                          <a16:creationId xmlns:a16="http://schemas.microsoft.com/office/drawing/2014/main" id="{8E85E811-1A39-4CDD-A94B-B8A8E80CFEF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480270" y="4149080"/>
                      <a:ext cx="0" cy="216024"/>
                    </a:xfrm>
                    <a:prstGeom prst="line">
                      <a:avLst/>
                    </a:prstGeom>
                    <a:grpFill/>
                    <a:ln w="19050" cap="flat" cmpd="sng" algn="ctr">
                      <a:solidFill>
                        <a:srgbClr val="FF0000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D6B5163E-2C64-4494-8BFB-37695AE45002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2021375" y="3591901"/>
                    <a:ext cx="41382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prstClr val="black"/>
                        </a:solidFill>
                      </a:rPr>
                      <a:t>T5_1</a:t>
                    </a:r>
                    <a:endParaRPr lang="ko-KR" altLang="en-US" sz="1200" b="1" kern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76" name="TextBox 375">
                    <a:extLst>
                      <a:ext uri="{FF2B5EF4-FFF2-40B4-BE49-F238E27FC236}">
                        <a16:creationId xmlns:a16="http://schemas.microsoft.com/office/drawing/2014/main" id="{12DD2F58-D2C3-41F6-AEA3-B0889295314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2965113" y="2742986"/>
                    <a:ext cx="248748" cy="276999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srgbClr val="FF0000"/>
                        </a:solidFill>
                      </a:rPr>
                      <a:t>Q</a:t>
                    </a:r>
                    <a:endParaRPr lang="ko-KR" altLang="en-US" sz="1200" b="1" kern="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6DA09394-BDF9-4E3B-9757-F47448CCAE0F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406951" y="1721851"/>
                    <a:ext cx="486301" cy="276999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lIns="36000" rIns="36000" rtlCol="0">
                    <a:spAutoFit/>
                  </a:bodyPr>
                  <a:lstStyle/>
                  <a:p>
                    <a:pPr algn="ctr" latinLnBrk="0">
                      <a:defRPr/>
                    </a:pPr>
                    <a:r>
                      <a:rPr lang="en-US" altLang="ko-KR" sz="1200" b="1" kern="0" dirty="0">
                        <a:solidFill>
                          <a:srgbClr val="0070C0"/>
                        </a:solidFill>
                      </a:rPr>
                      <a:t>QB</a:t>
                    </a:r>
                    <a:endParaRPr lang="ko-KR" altLang="en-US" sz="1200" b="1" kern="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  <p:cxnSp>
              <p:nvCxnSpPr>
                <p:cNvPr id="277" name="직선 연결선 276">
                  <a:extLst>
                    <a:ext uri="{FF2B5EF4-FFF2-40B4-BE49-F238E27FC236}">
                      <a16:creationId xmlns:a16="http://schemas.microsoft.com/office/drawing/2014/main" id="{7F8D6BCF-553A-41C9-967E-1E9A9F9B4E7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0800000" flipH="1">
                  <a:off x="1430187" y="3260835"/>
                  <a:ext cx="393641" cy="0"/>
                </a:xfrm>
                <a:prstGeom prst="line">
                  <a:avLst/>
                </a:prstGeom>
                <a:gradFill rotWithShape="1">
                  <a:gsLst>
                    <a:gs pos="0">
                      <a:schemeClr val="accent2">
                        <a:gamma/>
                        <a:shade val="46275"/>
                        <a:invGamma/>
                      </a:schemeClr>
                    </a:gs>
                    <a:gs pos="5000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19050" cap="flat" cmpd="sng" algn="ctr">
                  <a:solidFill>
                    <a:schemeClr val="accent4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8" name="직선 연결선 277">
                  <a:extLst>
                    <a:ext uri="{FF2B5EF4-FFF2-40B4-BE49-F238E27FC236}">
                      <a16:creationId xmlns:a16="http://schemas.microsoft.com/office/drawing/2014/main" id="{5F806B6F-68EF-4F1C-9A33-BCA3D850E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5080" y="3256347"/>
                  <a:ext cx="0" cy="28889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279" name="직선 연결선 278">
                  <a:extLst>
                    <a:ext uri="{FF2B5EF4-FFF2-40B4-BE49-F238E27FC236}">
                      <a16:creationId xmlns:a16="http://schemas.microsoft.com/office/drawing/2014/main" id="{16295C01-A867-4BAB-856D-840F8250C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228417" y="3710828"/>
                  <a:ext cx="165585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0" name="직선 연결선 279">
                  <a:extLst>
                    <a:ext uri="{FF2B5EF4-FFF2-40B4-BE49-F238E27FC236}">
                      <a16:creationId xmlns:a16="http://schemas.microsoft.com/office/drawing/2014/main" id="{EEDBE11F-2F33-48C6-A675-2705878A0F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427336" y="3511909"/>
                  <a:ext cx="0" cy="23225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1" name="직선 연결선 280">
                  <a:extLst>
                    <a:ext uri="{FF2B5EF4-FFF2-40B4-BE49-F238E27FC236}">
                      <a16:creationId xmlns:a16="http://schemas.microsoft.com/office/drawing/2014/main" id="{52670DA6-5BD4-4534-B18B-D7726F273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460670" y="3710828"/>
                  <a:ext cx="165585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2" name="직선 연결선 281">
                  <a:extLst>
                    <a:ext uri="{FF2B5EF4-FFF2-40B4-BE49-F238E27FC236}">
                      <a16:creationId xmlns:a16="http://schemas.microsoft.com/office/drawing/2014/main" id="{2BDA606E-86DD-4E5D-ACCE-48137F994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427336" y="3429116"/>
                  <a:ext cx="0" cy="23225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409C561F-83B9-4EAE-9A65-7C8FFB5E3964}"/>
                    </a:ext>
                  </a:extLst>
                </p:cNvPr>
                <p:cNvSpPr txBox="1"/>
                <p:nvPr/>
              </p:nvSpPr>
              <p:spPr>
                <a:xfrm flipH="1">
                  <a:off x="1613610" y="3774635"/>
                  <a:ext cx="413823" cy="276999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</a:rPr>
                    <a:t>T2_2</a:t>
                  </a:r>
                  <a:endParaRPr lang="ko-KR" altLang="en-US" sz="1200" b="1" kern="0" dirty="0">
                    <a:solidFill>
                      <a:prstClr val="black"/>
                    </a:solidFill>
                  </a:endParaRPr>
                </a:p>
              </p:txBody>
            </p:sp>
            <p:cxnSp>
              <p:nvCxnSpPr>
                <p:cNvPr id="284" name="직선 연결선 283">
                  <a:extLst>
                    <a:ext uri="{FF2B5EF4-FFF2-40B4-BE49-F238E27FC236}">
                      <a16:creationId xmlns:a16="http://schemas.microsoft.com/office/drawing/2014/main" id="{5D3C2B64-DB1C-4CB5-B94D-DBC1D0DB3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31292" y="3788117"/>
                  <a:ext cx="181080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F71C6A5D-2DD1-476B-B01A-D7896CEE4317}"/>
                    </a:ext>
                  </a:extLst>
                </p:cNvPr>
                <p:cNvSpPr txBox="1"/>
                <p:nvPr/>
              </p:nvSpPr>
              <p:spPr>
                <a:xfrm flipH="1">
                  <a:off x="1205055" y="3774634"/>
                  <a:ext cx="413823" cy="276999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</a:rPr>
                    <a:t>T2_1</a:t>
                  </a:r>
                  <a:endParaRPr lang="ko-KR" altLang="en-US" sz="1200" b="1" kern="0" dirty="0">
                    <a:solidFill>
                      <a:prstClr val="black"/>
                    </a:solidFill>
                  </a:endParaRPr>
                </a:p>
              </p:txBody>
            </p:sp>
            <p:cxnSp>
              <p:nvCxnSpPr>
                <p:cNvPr id="286" name="직선 연결선 285">
                  <a:extLst>
                    <a:ext uri="{FF2B5EF4-FFF2-40B4-BE49-F238E27FC236}">
                      <a16:creationId xmlns:a16="http://schemas.microsoft.com/office/drawing/2014/main" id="{A2CD2A7C-171E-48A2-8837-A98D31CAA365}"/>
                    </a:ext>
                  </a:extLst>
                </p:cNvPr>
                <p:cNvCxnSpPr/>
                <p:nvPr/>
              </p:nvCxnSpPr>
              <p:spPr>
                <a:xfrm rot="16200000">
                  <a:off x="2160822" y="4220901"/>
                  <a:ext cx="165585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7" name="직선 연결선 286">
                  <a:extLst>
                    <a:ext uri="{FF2B5EF4-FFF2-40B4-BE49-F238E27FC236}">
                      <a16:creationId xmlns:a16="http://schemas.microsoft.com/office/drawing/2014/main" id="{99CF582B-8C3E-46C4-9DB8-9909EDFDDDA7}"/>
                    </a:ext>
                  </a:extLst>
                </p:cNvPr>
                <p:cNvCxnSpPr/>
                <p:nvPr/>
              </p:nvCxnSpPr>
              <p:spPr>
                <a:xfrm rot="16200000">
                  <a:off x="2359741" y="4021982"/>
                  <a:ext cx="0" cy="23225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8" name="직선 연결선 287">
                  <a:extLst>
                    <a:ext uri="{FF2B5EF4-FFF2-40B4-BE49-F238E27FC236}">
                      <a16:creationId xmlns:a16="http://schemas.microsoft.com/office/drawing/2014/main" id="{AF2EDBAD-5624-46AD-BED6-E9B9B1223E72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393075" y="4220901"/>
                  <a:ext cx="165585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89" name="직선 연결선 288">
                  <a:extLst>
                    <a:ext uri="{FF2B5EF4-FFF2-40B4-BE49-F238E27FC236}">
                      <a16:creationId xmlns:a16="http://schemas.microsoft.com/office/drawing/2014/main" id="{10656EF2-ADD5-438C-86D7-18BA1C53F57C}"/>
                    </a:ext>
                  </a:extLst>
                </p:cNvPr>
                <p:cNvCxnSpPr/>
                <p:nvPr/>
              </p:nvCxnSpPr>
              <p:spPr>
                <a:xfrm rot="16200000">
                  <a:off x="2359741" y="3949349"/>
                  <a:ext cx="0" cy="23225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90" name="직선 연결선 289">
                  <a:extLst>
                    <a:ext uri="{FF2B5EF4-FFF2-40B4-BE49-F238E27FC236}">
                      <a16:creationId xmlns:a16="http://schemas.microsoft.com/office/drawing/2014/main" id="{8CBBA71D-D972-4564-9CD0-FCE23BB8DD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19973" y="3782169"/>
                  <a:ext cx="0" cy="52525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291" name="직선 연결선 290">
                  <a:extLst>
                    <a:ext uri="{FF2B5EF4-FFF2-40B4-BE49-F238E27FC236}">
                      <a16:creationId xmlns:a16="http://schemas.microsoft.com/office/drawing/2014/main" id="{86D487BC-4046-486B-8B02-4BC2C43F180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19973" y="4303694"/>
                  <a:ext cx="630415" cy="0"/>
                </a:xfrm>
                <a:prstGeom prst="line">
                  <a:avLst/>
                </a:prstGeom>
                <a:gradFill rotWithShape="1">
                  <a:gsLst>
                    <a:gs pos="0">
                      <a:schemeClr val="accent2">
                        <a:gamma/>
                        <a:shade val="46275"/>
                        <a:invGamma/>
                      </a:schemeClr>
                    </a:gs>
                    <a:gs pos="5000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19050" cap="flat" cmpd="sng" algn="ctr">
                  <a:solidFill>
                    <a:schemeClr val="accent4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51E48032-BF17-477B-83E3-03FECDEB792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472057" y="4303694"/>
                  <a:ext cx="211939" cy="0"/>
                </a:xfrm>
                <a:prstGeom prst="line">
                  <a:avLst/>
                </a:prstGeom>
                <a:gradFill rotWithShape="1">
                  <a:gsLst>
                    <a:gs pos="0">
                      <a:schemeClr val="accent2">
                        <a:gamma/>
                        <a:shade val="46275"/>
                        <a:invGamma/>
                      </a:schemeClr>
                    </a:gs>
                    <a:gs pos="5000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19050" cap="flat" cmpd="sng" algn="ctr">
                  <a:solidFill>
                    <a:schemeClr val="accent4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3FF3CFAF-353E-4B3E-A4C3-43FD4B2612B7}"/>
                    </a:ext>
                  </a:extLst>
                </p:cNvPr>
                <p:cNvSpPr txBox="1"/>
                <p:nvPr/>
              </p:nvSpPr>
              <p:spPr>
                <a:xfrm flipH="1">
                  <a:off x="2043866" y="4327047"/>
                  <a:ext cx="630414" cy="276999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</a:rPr>
                    <a:t>T2_3</a:t>
                  </a:r>
                  <a:endParaRPr lang="ko-KR" altLang="en-US" sz="1200" b="1" kern="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94" name="그룹 293">
                  <a:extLst>
                    <a:ext uri="{FF2B5EF4-FFF2-40B4-BE49-F238E27FC236}">
                      <a16:creationId xmlns:a16="http://schemas.microsoft.com/office/drawing/2014/main" id="{BB730C92-86BF-48BC-A399-F655FC1E8E7D}"/>
                    </a:ext>
                  </a:extLst>
                </p:cNvPr>
                <p:cNvGrpSpPr/>
                <p:nvPr/>
              </p:nvGrpSpPr>
              <p:grpSpPr>
                <a:xfrm rot="16200000">
                  <a:off x="1565949" y="2393947"/>
                  <a:ext cx="208793" cy="194158"/>
                  <a:chOff x="1847683" y="2426606"/>
                  <a:chExt cx="208793" cy="194158"/>
                </a:xfrm>
              </p:grpSpPr>
              <p:cxnSp>
                <p:nvCxnSpPr>
                  <p:cNvPr id="307" name="직선 연결선 306">
                    <a:extLst>
                      <a:ext uri="{FF2B5EF4-FFF2-40B4-BE49-F238E27FC236}">
                        <a16:creationId xmlns:a16="http://schemas.microsoft.com/office/drawing/2014/main" id="{C21081B3-8A51-41AE-B6EB-6D0D3A74B6B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901640" y="2620764"/>
                    <a:ext cx="154836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08" name="직선 연결선 307">
                    <a:extLst>
                      <a:ext uri="{FF2B5EF4-FFF2-40B4-BE49-F238E27FC236}">
                        <a16:creationId xmlns:a16="http://schemas.microsoft.com/office/drawing/2014/main" id="{21D5DEF8-32ED-4374-8AD1-C5B3644857D7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901640" y="2426606"/>
                    <a:ext cx="0" cy="19415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09" name="직선 연결선 308">
                    <a:extLst>
                      <a:ext uri="{FF2B5EF4-FFF2-40B4-BE49-F238E27FC236}">
                        <a16:creationId xmlns:a16="http://schemas.microsoft.com/office/drawing/2014/main" id="{EBCA66F0-932C-4101-A04C-69ABE910DEBA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1901640" y="2426606"/>
                    <a:ext cx="154836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10" name="직선 연결선 309">
                    <a:extLst>
                      <a:ext uri="{FF2B5EF4-FFF2-40B4-BE49-F238E27FC236}">
                        <a16:creationId xmlns:a16="http://schemas.microsoft.com/office/drawing/2014/main" id="{39D98508-CE1E-48E1-BFEF-E5F8B968A0F5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847683" y="2426606"/>
                    <a:ext cx="0" cy="19415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</a:ln>
                  <a:effectLst/>
                </p:spPr>
              </p:cxnSp>
            </p:grpSp>
            <p:cxnSp>
              <p:nvCxnSpPr>
                <p:cNvPr id="295" name="직선 연결선 294">
                  <a:extLst>
                    <a:ext uri="{FF2B5EF4-FFF2-40B4-BE49-F238E27FC236}">
                      <a16:creationId xmlns:a16="http://schemas.microsoft.com/office/drawing/2014/main" id="{65E5DCA2-6D1A-4588-BC53-AB9429422D85}"/>
                    </a:ext>
                  </a:extLst>
                </p:cNvPr>
                <p:cNvCxnSpPr/>
                <p:nvPr/>
              </p:nvCxnSpPr>
              <p:spPr>
                <a:xfrm rot="10800000">
                  <a:off x="1423152" y="2399639"/>
                  <a:ext cx="154836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296" name="직선 연결선 295">
                  <a:extLst>
                    <a:ext uri="{FF2B5EF4-FFF2-40B4-BE49-F238E27FC236}">
                      <a16:creationId xmlns:a16="http://schemas.microsoft.com/office/drawing/2014/main" id="{3B49204D-8F14-4793-9717-9251D039C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70346" y="2601043"/>
                  <a:ext cx="0" cy="117129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298" name="직선 연결선 297">
                  <a:extLst>
                    <a:ext uri="{FF2B5EF4-FFF2-40B4-BE49-F238E27FC236}">
                      <a16:creationId xmlns:a16="http://schemas.microsoft.com/office/drawing/2014/main" id="{1C4B8F92-1D77-4A71-A8FD-D79DE930B31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761124" y="2392019"/>
                  <a:ext cx="140066" cy="0"/>
                </a:xfrm>
                <a:prstGeom prst="line">
                  <a:avLst/>
                </a:prstGeom>
                <a:gradFill rotWithShape="1">
                  <a:gsLst>
                    <a:gs pos="0">
                      <a:schemeClr val="accent2">
                        <a:gamma/>
                        <a:shade val="46275"/>
                        <a:invGamma/>
                      </a:schemeClr>
                    </a:gs>
                    <a:gs pos="50000">
                      <a:schemeClr val="accent2"/>
                    </a:gs>
                    <a:gs pos="100000">
                      <a:schemeClr val="accent2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19050" cap="flat" cmpd="sng" algn="ctr">
                  <a:solidFill>
                    <a:schemeClr val="accent4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3AB72173-39B7-4B6D-BD1E-46A12D5BECF6}"/>
                    </a:ext>
                  </a:extLst>
                </p:cNvPr>
                <p:cNvSpPr txBox="1"/>
                <p:nvPr/>
              </p:nvSpPr>
              <p:spPr>
                <a:xfrm flipH="1">
                  <a:off x="1714797" y="2352714"/>
                  <a:ext cx="582493" cy="276999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</a:rPr>
                    <a:t>VGH</a:t>
                  </a:r>
                  <a:endParaRPr lang="ko-KR" altLang="en-US" sz="1200" b="1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FB49D385-B579-40E8-A50D-DF16C86C921B}"/>
                    </a:ext>
                  </a:extLst>
                </p:cNvPr>
                <p:cNvSpPr txBox="1"/>
                <p:nvPr/>
              </p:nvSpPr>
              <p:spPr>
                <a:xfrm flipH="1">
                  <a:off x="1464911" y="2175056"/>
                  <a:ext cx="413823" cy="276999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</a:rPr>
                    <a:t>T5_3</a:t>
                  </a:r>
                  <a:endParaRPr lang="ko-KR" altLang="en-US" sz="1200" b="1" kern="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301" name="그룹 300">
                  <a:extLst>
                    <a:ext uri="{FF2B5EF4-FFF2-40B4-BE49-F238E27FC236}">
                      <a16:creationId xmlns:a16="http://schemas.microsoft.com/office/drawing/2014/main" id="{2428DBFD-7D0D-4659-A1E0-41E55B51666C}"/>
                    </a:ext>
                  </a:extLst>
                </p:cNvPr>
                <p:cNvGrpSpPr/>
                <p:nvPr/>
              </p:nvGrpSpPr>
              <p:grpSpPr>
                <a:xfrm>
                  <a:off x="2994786" y="2930050"/>
                  <a:ext cx="208793" cy="194158"/>
                  <a:chOff x="1851642" y="2136064"/>
                  <a:chExt cx="208793" cy="194158"/>
                </a:xfrm>
              </p:grpSpPr>
              <p:cxnSp>
                <p:nvCxnSpPr>
                  <p:cNvPr id="303" name="직선 연결선 302">
                    <a:extLst>
                      <a:ext uri="{FF2B5EF4-FFF2-40B4-BE49-F238E27FC236}">
                        <a16:creationId xmlns:a16="http://schemas.microsoft.com/office/drawing/2014/main" id="{D0AB0347-C9C8-4357-9726-36A943DD5170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905599" y="2330222"/>
                    <a:ext cx="154836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04" name="직선 연결선 303">
                    <a:extLst>
                      <a:ext uri="{FF2B5EF4-FFF2-40B4-BE49-F238E27FC236}">
                        <a16:creationId xmlns:a16="http://schemas.microsoft.com/office/drawing/2014/main" id="{07565385-1CE1-4711-8FF3-2C6D75433C9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905599" y="2136064"/>
                    <a:ext cx="0" cy="19415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05" name="직선 연결선 304">
                    <a:extLst>
                      <a:ext uri="{FF2B5EF4-FFF2-40B4-BE49-F238E27FC236}">
                        <a16:creationId xmlns:a16="http://schemas.microsoft.com/office/drawing/2014/main" id="{9E794026-5EE4-4908-A8AE-D818E5366BAC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1905599" y="2136064"/>
                    <a:ext cx="154836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06" name="직선 연결선 305">
                    <a:extLst>
                      <a:ext uri="{FF2B5EF4-FFF2-40B4-BE49-F238E27FC236}">
                        <a16:creationId xmlns:a16="http://schemas.microsoft.com/office/drawing/2014/main" id="{537EB26D-751D-4BB4-BB99-4BBE9E12C511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1851642" y="2136064"/>
                    <a:ext cx="0" cy="194158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</p:grpSp>
          <p:cxnSp>
            <p:nvCxnSpPr>
              <p:cNvPr id="240" name="직선 연결선 239">
                <a:extLst>
                  <a:ext uri="{FF2B5EF4-FFF2-40B4-BE49-F238E27FC236}">
                    <a16:creationId xmlns:a16="http://schemas.microsoft.com/office/drawing/2014/main" id="{59BB3DAE-1C2D-4ACE-9E21-27B69D784E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7894" y="3449438"/>
                <a:ext cx="0" cy="19743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241" name="직선 연결선 240">
                <a:extLst>
                  <a:ext uri="{FF2B5EF4-FFF2-40B4-BE49-F238E27FC236}">
                    <a16:creationId xmlns:a16="http://schemas.microsoft.com/office/drawing/2014/main" id="{24B2B317-22CB-4B90-A40E-4A0E32A3B4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52282" y="3315056"/>
                <a:ext cx="2684" cy="241518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0B897E4A-6A9A-4385-9DDE-B504C1800D7A}"/>
                  </a:ext>
                </a:extLst>
              </p:cNvPr>
              <p:cNvSpPr txBox="1"/>
              <p:nvPr/>
            </p:nvSpPr>
            <p:spPr>
              <a:xfrm flipH="1">
                <a:off x="3119464" y="3527952"/>
                <a:ext cx="392386" cy="27699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</a:rPr>
                  <a:t>T4</a:t>
                </a:r>
                <a:endParaRPr lang="ko-KR" altLang="en-US" sz="1200" b="1" kern="0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B1B302C3-B85A-486D-94A6-340F4838DA9E}"/>
                  </a:ext>
                </a:extLst>
              </p:cNvPr>
              <p:cNvCxnSpPr/>
              <p:nvPr/>
            </p:nvCxnSpPr>
            <p:spPr>
              <a:xfrm rot="10800000">
                <a:off x="3096608" y="4103629"/>
                <a:ext cx="154837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AF2D9B68-F7F1-48CC-9A9F-F36D5F7FC8F2}"/>
                  </a:ext>
                </a:extLst>
              </p:cNvPr>
              <p:cNvCxnSpPr/>
              <p:nvPr/>
            </p:nvCxnSpPr>
            <p:spPr>
              <a:xfrm rot="10800000">
                <a:off x="3096608" y="3855252"/>
                <a:ext cx="0" cy="248377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6B8DA19C-EE5E-49A3-9EB5-FA13A91DA0A0}"/>
                  </a:ext>
                </a:extLst>
              </p:cNvPr>
              <p:cNvCxnSpPr/>
              <p:nvPr/>
            </p:nvCxnSpPr>
            <p:spPr>
              <a:xfrm rot="10800000" flipH="1">
                <a:off x="3096602" y="3855246"/>
                <a:ext cx="154837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FC811405-6964-4836-8728-D290B22D1675}"/>
                  </a:ext>
                </a:extLst>
              </p:cNvPr>
              <p:cNvCxnSpPr/>
              <p:nvPr/>
            </p:nvCxnSpPr>
            <p:spPr>
              <a:xfrm rot="10800000">
                <a:off x="3019188" y="3855249"/>
                <a:ext cx="0" cy="248377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F28F38C1-6529-4367-A96D-5B88B8F7BC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1439" y="4120028"/>
                <a:ext cx="0" cy="173514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6BCB2D19-0200-4309-A689-6A8BB9563F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4894" y="3989082"/>
                <a:ext cx="0" cy="41725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250" name="직선 연결선 249">
                <a:extLst>
                  <a:ext uri="{FF2B5EF4-FFF2-40B4-BE49-F238E27FC236}">
                    <a16:creationId xmlns:a16="http://schemas.microsoft.com/office/drawing/2014/main" id="{93E181F7-D939-4953-8DD3-4628CA5EE3E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42241" y="3989082"/>
                <a:ext cx="176946" cy="1591"/>
              </a:xfrm>
              <a:prstGeom prst="lin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19050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51" name="그룹 250">
                <a:extLst>
                  <a:ext uri="{FF2B5EF4-FFF2-40B4-BE49-F238E27FC236}">
                    <a16:creationId xmlns:a16="http://schemas.microsoft.com/office/drawing/2014/main" id="{13441757-7470-4E3B-8534-743334D5494F}"/>
                  </a:ext>
                </a:extLst>
              </p:cNvPr>
              <p:cNvGrpSpPr/>
              <p:nvPr/>
            </p:nvGrpSpPr>
            <p:grpSpPr>
              <a:xfrm rot="5400000">
                <a:off x="3562787" y="4023276"/>
                <a:ext cx="208793" cy="194158"/>
                <a:chOff x="3293392" y="3306633"/>
                <a:chExt cx="208793" cy="194158"/>
              </a:xfrm>
            </p:grpSpPr>
            <p:cxnSp>
              <p:nvCxnSpPr>
                <p:cNvPr id="272" name="직선 연결선 271">
                  <a:extLst>
                    <a:ext uri="{FF2B5EF4-FFF2-40B4-BE49-F238E27FC236}">
                      <a16:creationId xmlns:a16="http://schemas.microsoft.com/office/drawing/2014/main" id="{90BD2A88-316A-4C59-8B0F-11F0B1DAE899}"/>
                    </a:ext>
                  </a:extLst>
                </p:cNvPr>
                <p:cNvCxnSpPr/>
                <p:nvPr/>
              </p:nvCxnSpPr>
              <p:spPr>
                <a:xfrm rot="10800000">
                  <a:off x="3347349" y="3500791"/>
                  <a:ext cx="154836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73" name="직선 연결선 272">
                  <a:extLst>
                    <a:ext uri="{FF2B5EF4-FFF2-40B4-BE49-F238E27FC236}">
                      <a16:creationId xmlns:a16="http://schemas.microsoft.com/office/drawing/2014/main" id="{EE0E1B83-319C-491C-AB58-1ADF1FC1572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3347349" y="3306633"/>
                  <a:ext cx="154836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74" name="직선 연결선 273">
                  <a:extLst>
                    <a:ext uri="{FF2B5EF4-FFF2-40B4-BE49-F238E27FC236}">
                      <a16:creationId xmlns:a16="http://schemas.microsoft.com/office/drawing/2014/main" id="{CDB49863-8AD9-4EC9-84FB-AC79E88DD285}"/>
                    </a:ext>
                  </a:extLst>
                </p:cNvPr>
                <p:cNvCxnSpPr/>
                <p:nvPr/>
              </p:nvCxnSpPr>
              <p:spPr>
                <a:xfrm rot="10800000">
                  <a:off x="3293392" y="3306633"/>
                  <a:ext cx="0" cy="19415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  <p:cxnSp>
              <p:nvCxnSpPr>
                <p:cNvPr id="275" name="직선 연결선 274">
                  <a:extLst>
                    <a:ext uri="{FF2B5EF4-FFF2-40B4-BE49-F238E27FC236}">
                      <a16:creationId xmlns:a16="http://schemas.microsoft.com/office/drawing/2014/main" id="{4A42D81D-FAF8-4BCA-8C5B-7C0C5CF8BD91}"/>
                    </a:ext>
                  </a:extLst>
                </p:cNvPr>
                <p:cNvCxnSpPr/>
                <p:nvPr/>
              </p:nvCxnSpPr>
              <p:spPr>
                <a:xfrm rot="10800000">
                  <a:off x="3349451" y="3306633"/>
                  <a:ext cx="0" cy="19415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</a:ln>
                <a:effectLst/>
              </p:spPr>
            </p:cxnSp>
          </p:grp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1065FD46-E3A1-4E8C-AE31-6E07B4B391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58500" y="4210356"/>
                <a:ext cx="311605" cy="0"/>
              </a:xfrm>
              <a:prstGeom prst="lin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19050" cap="flat" cmpd="sng" algn="ctr">
                <a:solidFill>
                  <a:schemeClr val="accent4">
                    <a:lumMod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3AF74A34-3BDF-4919-AAAB-76ED0B5365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54800" y="3315056"/>
                <a:ext cx="0" cy="70090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48ED9DD8-4AD1-4EF4-9CB3-EF36591F7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4261" y="4207728"/>
                <a:ext cx="238894" cy="190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6226E14B-5917-428B-93B7-5EFB9D6B0F09}"/>
                  </a:ext>
                </a:extLst>
              </p:cNvPr>
              <p:cNvSpPr txBox="1"/>
              <p:nvPr/>
            </p:nvSpPr>
            <p:spPr>
              <a:xfrm flipH="1">
                <a:off x="3227007" y="4422677"/>
                <a:ext cx="392386" cy="27699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</a:rPr>
                  <a:t>T6_2</a:t>
                </a:r>
                <a:endParaRPr lang="ko-KR" altLang="en-US" sz="1200" b="1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D1FD82C-8DFD-427C-A0BA-7452D498F043}"/>
                  </a:ext>
                </a:extLst>
              </p:cNvPr>
              <p:cNvSpPr txBox="1"/>
              <p:nvPr/>
            </p:nvSpPr>
            <p:spPr>
              <a:xfrm flipH="1">
                <a:off x="3466484" y="4136277"/>
                <a:ext cx="392386" cy="27699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</a:rPr>
                  <a:t>T6_3</a:t>
                </a:r>
                <a:endParaRPr lang="ko-KR" altLang="en-US" sz="1200" b="1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659B77B-B102-4C0A-91AC-ABE4B4150A01}"/>
                  </a:ext>
                </a:extLst>
              </p:cNvPr>
              <p:cNvSpPr txBox="1"/>
              <p:nvPr/>
            </p:nvSpPr>
            <p:spPr>
              <a:xfrm flipH="1">
                <a:off x="3106953" y="3846964"/>
                <a:ext cx="392386" cy="27699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200" b="1" kern="0" dirty="0">
                    <a:solidFill>
                      <a:prstClr val="black"/>
                    </a:solidFill>
                  </a:rPr>
                  <a:t>T6_1</a:t>
                </a:r>
                <a:endParaRPr lang="ko-KR" altLang="en-US" sz="1200" b="1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CD93F896-CBCE-401C-8F67-CCB364630149}"/>
                  </a:ext>
                </a:extLst>
              </p:cNvPr>
              <p:cNvSpPr/>
              <p:nvPr/>
            </p:nvSpPr>
            <p:spPr>
              <a:xfrm>
                <a:off x="1852139" y="3298157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타원 258">
                <a:extLst>
                  <a:ext uri="{FF2B5EF4-FFF2-40B4-BE49-F238E27FC236}">
                    <a16:creationId xmlns:a16="http://schemas.microsoft.com/office/drawing/2014/main" id="{544541E3-453F-4D33-8080-5ED4F1B1FAEE}"/>
                  </a:ext>
                </a:extLst>
              </p:cNvPr>
              <p:cNvSpPr/>
              <p:nvPr/>
            </p:nvSpPr>
            <p:spPr>
              <a:xfrm>
                <a:off x="1852139" y="3582987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" name="타원 259">
                <a:extLst>
                  <a:ext uri="{FF2B5EF4-FFF2-40B4-BE49-F238E27FC236}">
                    <a16:creationId xmlns:a16="http://schemas.microsoft.com/office/drawing/2014/main" id="{DF519175-4CF4-4BB8-967B-1B6F313A2762}"/>
                  </a:ext>
                </a:extLst>
              </p:cNvPr>
              <p:cNvSpPr/>
              <p:nvPr/>
            </p:nvSpPr>
            <p:spPr>
              <a:xfrm>
                <a:off x="1852139" y="3852614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1" name="타원 260">
                <a:extLst>
                  <a:ext uri="{FF2B5EF4-FFF2-40B4-BE49-F238E27FC236}">
                    <a16:creationId xmlns:a16="http://schemas.microsoft.com/office/drawing/2014/main" id="{4400394A-2C3C-4396-B3D4-AAB038E6C7D6}"/>
                  </a:ext>
                </a:extLst>
              </p:cNvPr>
              <p:cNvSpPr/>
              <p:nvPr/>
            </p:nvSpPr>
            <p:spPr>
              <a:xfrm>
                <a:off x="2398524" y="4369496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타원 261">
                <a:extLst>
                  <a:ext uri="{FF2B5EF4-FFF2-40B4-BE49-F238E27FC236}">
                    <a16:creationId xmlns:a16="http://schemas.microsoft.com/office/drawing/2014/main" id="{749E7685-AA0F-4CBB-AE4A-918DBE10D87A}"/>
                  </a:ext>
                </a:extLst>
              </p:cNvPr>
              <p:cNvSpPr/>
              <p:nvPr/>
            </p:nvSpPr>
            <p:spPr>
              <a:xfrm>
                <a:off x="1659674" y="4382787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타원 262">
                <a:extLst>
                  <a:ext uri="{FF2B5EF4-FFF2-40B4-BE49-F238E27FC236}">
                    <a16:creationId xmlns:a16="http://schemas.microsoft.com/office/drawing/2014/main" id="{A48C5CDE-3FA9-49AD-AF6D-BED7B7AB4D13}"/>
                  </a:ext>
                </a:extLst>
              </p:cNvPr>
              <p:cNvSpPr/>
              <p:nvPr/>
            </p:nvSpPr>
            <p:spPr>
              <a:xfrm>
                <a:off x="2834291" y="4371036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4" name="타원 263">
                <a:extLst>
                  <a:ext uri="{FF2B5EF4-FFF2-40B4-BE49-F238E27FC236}">
                    <a16:creationId xmlns:a16="http://schemas.microsoft.com/office/drawing/2014/main" id="{F7582DEA-A93B-4DCF-B4EE-8F8131E85AE8}"/>
                  </a:ext>
                </a:extLst>
              </p:cNvPr>
              <p:cNvSpPr/>
              <p:nvPr/>
            </p:nvSpPr>
            <p:spPr>
              <a:xfrm>
                <a:off x="3231879" y="4176296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5" name="타원 264">
                <a:extLst>
                  <a:ext uri="{FF2B5EF4-FFF2-40B4-BE49-F238E27FC236}">
                    <a16:creationId xmlns:a16="http://schemas.microsoft.com/office/drawing/2014/main" id="{05EF5866-C13A-476B-8689-CE4B3E7B0652}"/>
                  </a:ext>
                </a:extLst>
              </p:cNvPr>
              <p:cNvSpPr/>
              <p:nvPr/>
            </p:nvSpPr>
            <p:spPr>
              <a:xfrm>
                <a:off x="3632436" y="3288019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" name="타원 265">
                <a:extLst>
                  <a:ext uri="{FF2B5EF4-FFF2-40B4-BE49-F238E27FC236}">
                    <a16:creationId xmlns:a16="http://schemas.microsoft.com/office/drawing/2014/main" id="{4B7F7E2A-3BFF-4CDD-8FC9-3C6640B2079C}"/>
                  </a:ext>
                </a:extLst>
              </p:cNvPr>
              <p:cNvSpPr/>
              <p:nvPr/>
            </p:nvSpPr>
            <p:spPr>
              <a:xfrm>
                <a:off x="3859454" y="3288528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90C29565-A505-405A-837F-91D153428829}"/>
                  </a:ext>
                </a:extLst>
              </p:cNvPr>
              <p:cNvSpPr/>
              <p:nvPr/>
            </p:nvSpPr>
            <p:spPr>
              <a:xfrm>
                <a:off x="3763570" y="4387488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" name="타원 269">
                <a:extLst>
                  <a:ext uri="{FF2B5EF4-FFF2-40B4-BE49-F238E27FC236}">
                    <a16:creationId xmlns:a16="http://schemas.microsoft.com/office/drawing/2014/main" id="{5ECD9A40-614E-4F09-9F4B-7770065472A3}"/>
                  </a:ext>
                </a:extLst>
              </p:cNvPr>
              <p:cNvSpPr/>
              <p:nvPr/>
            </p:nvSpPr>
            <p:spPr>
              <a:xfrm>
                <a:off x="821294" y="4368017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" name="타원 270">
                <a:extLst>
                  <a:ext uri="{FF2B5EF4-FFF2-40B4-BE49-F238E27FC236}">
                    <a16:creationId xmlns:a16="http://schemas.microsoft.com/office/drawing/2014/main" id="{110E4F0D-CCED-489B-8521-C235055C9475}"/>
                  </a:ext>
                </a:extLst>
              </p:cNvPr>
              <p:cNvSpPr/>
              <p:nvPr/>
            </p:nvSpPr>
            <p:spPr>
              <a:xfrm>
                <a:off x="3241424" y="3290985"/>
                <a:ext cx="47822" cy="609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06" name="직선 연결선 405">
              <a:extLst>
                <a:ext uri="{FF2B5EF4-FFF2-40B4-BE49-F238E27FC236}">
                  <a16:creationId xmlns:a16="http://schemas.microsoft.com/office/drawing/2014/main" id="{03F989BC-B165-4896-958B-12852AA010EA}"/>
                </a:ext>
              </a:extLst>
            </p:cNvPr>
            <p:cNvCxnSpPr/>
            <p:nvPr/>
          </p:nvCxnSpPr>
          <p:spPr bwMode="auto">
            <a:xfrm rot="10800000" flipH="1">
              <a:off x="4123949" y="39959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7" name="직선 연결선 406">
              <a:extLst>
                <a:ext uri="{FF2B5EF4-FFF2-40B4-BE49-F238E27FC236}">
                  <a16:creationId xmlns:a16="http://schemas.microsoft.com/office/drawing/2014/main" id="{9FE55E0B-9CDA-4063-9CC2-23D1F16F85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59969" y="3985157"/>
              <a:ext cx="0" cy="197926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F127C17B-976F-4D0F-A050-ECD7A3A06F71}"/>
                </a:ext>
              </a:extLst>
            </p:cNvPr>
            <p:cNvSpPr txBox="1"/>
            <p:nvPr/>
          </p:nvSpPr>
          <p:spPr>
            <a:xfrm flipH="1">
              <a:off x="4336517" y="3946476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412" name="직선 연결선 411">
              <a:extLst>
                <a:ext uri="{FF2B5EF4-FFF2-40B4-BE49-F238E27FC236}">
                  <a16:creationId xmlns:a16="http://schemas.microsoft.com/office/drawing/2014/main" id="{35F34AC4-0102-45EC-A92D-438ED19B68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3100" y="4801078"/>
              <a:ext cx="16832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3" name="직선 연결선 412">
              <a:extLst>
                <a:ext uri="{FF2B5EF4-FFF2-40B4-BE49-F238E27FC236}">
                  <a16:creationId xmlns:a16="http://schemas.microsoft.com/office/drawing/2014/main" id="{17C79C55-15EE-4FF1-89E6-421BF4FE91F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991023" y="4803183"/>
              <a:ext cx="0" cy="8946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475FEAB6-489F-4ABF-8B04-6BD0C71C457D}"/>
                </a:ext>
              </a:extLst>
            </p:cNvPr>
            <p:cNvSpPr txBox="1"/>
            <p:nvPr/>
          </p:nvSpPr>
          <p:spPr>
            <a:xfrm flipH="1">
              <a:off x="2763637" y="4572585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63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4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EF47A-646B-4F8F-8522-F189F7604BBE}"/>
              </a:ext>
            </a:extLst>
          </p:cNvPr>
          <p:cNvSpPr txBox="1"/>
          <p:nvPr/>
        </p:nvSpPr>
        <p:spPr>
          <a:xfrm>
            <a:off x="380990" y="125122"/>
            <a:ext cx="9080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Scan Driver </a:t>
            </a:r>
            <a:r>
              <a:rPr lang="ko-KR" altLang="en-US" sz="3200" b="1" dirty="0">
                <a:latin typeface="+mj-ea"/>
                <a:ea typeface="+mj-ea"/>
              </a:rPr>
              <a:t>동작과정 </a:t>
            </a:r>
            <a:r>
              <a:rPr lang="en-US" altLang="ko-KR" sz="3200" b="1" dirty="0">
                <a:latin typeface="+mj-ea"/>
                <a:ea typeface="+mj-ea"/>
              </a:rPr>
              <a:t>(1)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BE6B47DC-F1CF-466D-AE84-795D89E46F7D}"/>
              </a:ext>
            </a:extLst>
          </p:cNvPr>
          <p:cNvGrpSpPr/>
          <p:nvPr/>
        </p:nvGrpSpPr>
        <p:grpSpPr>
          <a:xfrm>
            <a:off x="274049" y="863743"/>
            <a:ext cx="5256474" cy="4524397"/>
            <a:chOff x="6143908" y="1707350"/>
            <a:chExt cx="5256474" cy="4524397"/>
          </a:xfrm>
        </p:grpSpPr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552F03AF-7C49-4F7D-AD43-69DE2F22B52B}"/>
                </a:ext>
              </a:extLst>
            </p:cNvPr>
            <p:cNvGrpSpPr/>
            <p:nvPr/>
          </p:nvGrpSpPr>
          <p:grpSpPr>
            <a:xfrm rot="10800000" flipH="1">
              <a:off x="6890738" y="2653731"/>
              <a:ext cx="232254" cy="194158"/>
              <a:chOff x="1480270" y="4149080"/>
              <a:chExt cx="216024" cy="216024"/>
            </a:xfrm>
          </p:grpSpPr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9E7655E6-D59A-4B41-88CA-4BACBA08452A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24A18056-7D2F-4B9A-9ADA-00251B0709F1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3" name="직선 연결선 282">
                <a:extLst>
                  <a:ext uri="{FF2B5EF4-FFF2-40B4-BE49-F238E27FC236}">
                    <a16:creationId xmlns:a16="http://schemas.microsoft.com/office/drawing/2014/main" id="{64394147-EB98-43D1-9FA0-D0F5CEE5ABAF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E3E85504-A890-45B0-8E81-3D344C5152CB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60085238-59E0-4E32-B8E9-BF98042CEB23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7868180" y="19686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73935191-D493-46AC-AA24-CB71997AA2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5505" y="4721225"/>
              <a:ext cx="13632" cy="108539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5701E356-9484-4139-9782-9A2C62720C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11096462" y="2225059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5680024-CF8C-4D07-90EF-E37BCAC184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6071" y="4624086"/>
              <a:ext cx="3233528" cy="728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F4A77E67-CAD8-4FEE-8956-F98298E5C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46" y="2835972"/>
              <a:ext cx="2341" cy="1561581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BE9BE195-8532-49D3-8837-AB7F68B92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2662" y="1968691"/>
              <a:ext cx="1440" cy="40300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DA404157-2338-40C7-A692-F9FFFFFC2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598" y="4709392"/>
              <a:ext cx="11763" cy="82405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AA6AA735-EDE2-464C-935B-BC3BBE59DAFE}"/>
                </a:ext>
              </a:extLst>
            </p:cNvPr>
            <p:cNvCxnSpPr/>
            <p:nvPr/>
          </p:nvCxnSpPr>
          <p:spPr>
            <a:xfrm rot="10800000">
              <a:off x="10674946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DE18D1A-66A6-440E-9472-47F8E5F17D89}"/>
                </a:ext>
              </a:extLst>
            </p:cNvPr>
            <p:cNvCxnSpPr/>
            <p:nvPr/>
          </p:nvCxnSpPr>
          <p:spPr>
            <a:xfrm rot="10800000">
              <a:off x="10597529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7A70E147-89EF-4C09-AD39-2C70393BFDF1}"/>
                </a:ext>
              </a:extLst>
            </p:cNvPr>
            <p:cNvCxnSpPr/>
            <p:nvPr/>
          </p:nvCxnSpPr>
          <p:spPr>
            <a:xfrm rot="10800000">
              <a:off x="10693039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0F95E1D-3E85-47F3-9F07-9A89412D8FE0}"/>
                </a:ext>
              </a:extLst>
            </p:cNvPr>
            <p:cNvCxnSpPr/>
            <p:nvPr/>
          </p:nvCxnSpPr>
          <p:spPr>
            <a:xfrm rot="10800000">
              <a:off x="10615621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D2E0C5EC-C9E2-45BB-933E-6FA1CC1809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74946" y="3523452"/>
              <a:ext cx="42151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8FDDCFB0-6F51-4CF8-88A8-C3BE93DA68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17238" y="3523452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FCF4BA83-38F4-45A5-AB59-09F6FC4B63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85338" y="4989053"/>
              <a:ext cx="4046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29B6599-35BC-4AA1-8680-07CC367652E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989053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C6342233-DC65-47BA-8375-929ED5BC33B5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618006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6FD8929-FFAE-4099-8689-F9A695763C44}"/>
                </a:ext>
              </a:extLst>
            </p:cNvPr>
            <p:cNvSpPr txBox="1"/>
            <p:nvPr/>
          </p:nvSpPr>
          <p:spPr>
            <a:xfrm flipH="1">
              <a:off x="9799530" y="340568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T4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0721EB1-60DA-461C-A1BB-2AD71B4BA095}"/>
                </a:ext>
              </a:extLst>
            </p:cNvPr>
            <p:cNvSpPr txBox="1"/>
            <p:nvPr/>
          </p:nvSpPr>
          <p:spPr>
            <a:xfrm flipH="1">
              <a:off x="6921283" y="457360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9A04493-6D83-4006-9733-8A1395B9D5B7}"/>
                </a:ext>
              </a:extLst>
            </p:cNvPr>
            <p:cNvSpPr txBox="1"/>
            <p:nvPr/>
          </p:nvSpPr>
          <p:spPr>
            <a:xfrm flipH="1">
              <a:off x="6211532" y="261467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A0AD504-DB81-4FB6-AC82-55018CB364D3}"/>
                </a:ext>
              </a:extLst>
            </p:cNvPr>
            <p:cNvSpPr txBox="1"/>
            <p:nvPr/>
          </p:nvSpPr>
          <p:spPr>
            <a:xfrm flipH="1">
              <a:off x="10867203" y="197979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BDF97308-D56B-42E9-9040-2EF85D178A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7262" y="3544184"/>
              <a:ext cx="7153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8E1891A-07BA-4E45-AFF2-8A9664C53F5E}"/>
                </a:ext>
              </a:extLst>
            </p:cNvPr>
            <p:cNvSpPr txBox="1"/>
            <p:nvPr/>
          </p:nvSpPr>
          <p:spPr>
            <a:xfrm flipH="1">
              <a:off x="10029358" y="460614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7CA3A1-9AE3-4677-A3EF-925E9F28D748}"/>
                </a:ext>
              </a:extLst>
            </p:cNvPr>
            <p:cNvSpPr txBox="1"/>
            <p:nvPr/>
          </p:nvSpPr>
          <p:spPr>
            <a:xfrm flipH="1">
              <a:off x="10817889" y="5954748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D8C8D53-479E-4619-B4F2-2857CE8D65F9}"/>
                </a:ext>
              </a:extLst>
            </p:cNvPr>
            <p:cNvSpPr/>
            <p:nvPr/>
          </p:nvSpPr>
          <p:spPr>
            <a:xfrm rot="10800000" flipH="1">
              <a:off x="11000921" y="5809933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F5CD205-6021-4416-B104-3D3FF836A320}"/>
                </a:ext>
              </a:extLst>
            </p:cNvPr>
            <p:cNvSpPr txBox="1"/>
            <p:nvPr/>
          </p:nvSpPr>
          <p:spPr>
            <a:xfrm flipH="1">
              <a:off x="6742622" y="2010618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C8F67BE-792A-437E-B3F0-B347982F3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096462" y="3971287"/>
              <a:ext cx="229258" cy="126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93C7148-B99D-462C-84A3-BF90A6CD4DBC}"/>
                </a:ext>
              </a:extLst>
            </p:cNvPr>
            <p:cNvSpPr txBox="1"/>
            <p:nvPr/>
          </p:nvSpPr>
          <p:spPr>
            <a:xfrm flipH="1">
              <a:off x="10463178" y="5093068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651AC5C-A8C8-4448-860B-91DA7FCC42A3}"/>
                </a:ext>
              </a:extLst>
            </p:cNvPr>
            <p:cNvSpPr txBox="1"/>
            <p:nvPr/>
          </p:nvSpPr>
          <p:spPr>
            <a:xfrm flipH="1">
              <a:off x="10442630" y="361676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1BA21618-36F7-4B82-A3C3-3C31235ED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942" y="2311600"/>
              <a:ext cx="0" cy="34488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B23B41BB-4B38-493C-BD90-FD8A59A860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8515" y="2750044"/>
              <a:ext cx="219175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C5F2618D-7C82-4EF8-B7A3-7ACCF46224C2}"/>
                </a:ext>
              </a:extLst>
            </p:cNvPr>
            <p:cNvCxnSpPr/>
            <p:nvPr/>
          </p:nvCxnSpPr>
          <p:spPr>
            <a:xfrm>
              <a:off x="8006477" y="236779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46D94054-C6E8-4BDC-AC00-451FAB3B2FEB}"/>
                </a:ext>
              </a:extLst>
            </p:cNvPr>
            <p:cNvCxnSpPr/>
            <p:nvPr/>
          </p:nvCxnSpPr>
          <p:spPr>
            <a:xfrm>
              <a:off x="8161313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BA12A555-03C9-48BB-BB5E-5C8E543912D3}"/>
                </a:ext>
              </a:extLst>
            </p:cNvPr>
            <p:cNvCxnSpPr/>
            <p:nvPr/>
          </p:nvCxnSpPr>
          <p:spPr>
            <a:xfrm flipH="1">
              <a:off x="8006477" y="25619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6E3CDFFB-4E06-4282-AE3B-8BEB35FB81CD}"/>
                </a:ext>
              </a:extLst>
            </p:cNvPr>
            <p:cNvCxnSpPr/>
            <p:nvPr/>
          </p:nvCxnSpPr>
          <p:spPr>
            <a:xfrm>
              <a:off x="8238731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27FC1E6-D2DD-4590-96E6-4E2EEFBEBBF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45662" y="2462498"/>
              <a:ext cx="12321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1882868-F8D4-4BC3-BD84-19E75DE7FCC4}"/>
                </a:ext>
              </a:extLst>
            </p:cNvPr>
            <p:cNvSpPr txBox="1"/>
            <p:nvPr/>
          </p:nvSpPr>
          <p:spPr>
            <a:xfrm flipH="1">
              <a:off x="8330752" y="2329772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30C21D1D-67C3-4FC2-9562-9EA7FEDB9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9400" y="2552192"/>
              <a:ext cx="0" cy="56709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A9E07819-60B9-4895-99B1-E38E06A15D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4862" y="3170654"/>
              <a:ext cx="37458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25821FEE-1E6B-466D-9F59-D8066B307646}"/>
                </a:ext>
              </a:extLst>
            </p:cNvPr>
            <p:cNvCxnSpPr/>
            <p:nvPr/>
          </p:nvCxnSpPr>
          <p:spPr>
            <a:xfrm rot="10800000">
              <a:off x="10947017" y="3268511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1D3F2A57-B967-43D7-A271-1FB9E3FCF7B0}"/>
                </a:ext>
              </a:extLst>
            </p:cNvPr>
            <p:cNvCxnSpPr/>
            <p:nvPr/>
          </p:nvCxnSpPr>
          <p:spPr>
            <a:xfrm rot="10800000">
              <a:off x="10947017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34AC1D61-5BC4-4B36-A811-DF248DBC7A39}"/>
                </a:ext>
              </a:extLst>
            </p:cNvPr>
            <p:cNvCxnSpPr/>
            <p:nvPr/>
          </p:nvCxnSpPr>
          <p:spPr>
            <a:xfrm rot="10800000" flipH="1">
              <a:off x="10947017" y="30743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DA8BEEB2-16EE-4E66-843B-84B19F88395E}"/>
                </a:ext>
              </a:extLst>
            </p:cNvPr>
            <p:cNvCxnSpPr/>
            <p:nvPr/>
          </p:nvCxnSpPr>
          <p:spPr>
            <a:xfrm rot="10800000">
              <a:off x="10869599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97FA8609-ABC2-4F96-8ECC-0412462996F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21092" y="3169587"/>
              <a:ext cx="0" cy="35386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B36AF56D-5757-49E8-9AC2-04FF566703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6462" y="3258635"/>
              <a:ext cx="5391" cy="1281318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96F20F8-4D9D-482F-B3FF-16F279FCDE3F}"/>
                </a:ext>
              </a:extLst>
            </p:cNvPr>
            <p:cNvSpPr txBox="1"/>
            <p:nvPr/>
          </p:nvSpPr>
          <p:spPr>
            <a:xfrm flipH="1">
              <a:off x="7746823" y="2311600"/>
              <a:ext cx="26456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8BA90123-80D4-4739-91A0-D4CD79ED91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7826" y="4623887"/>
              <a:ext cx="45007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908EE3B-53CA-45B7-871C-624A0EADC5BE}"/>
                </a:ext>
              </a:extLst>
            </p:cNvPr>
            <p:cNvGrpSpPr/>
            <p:nvPr/>
          </p:nvGrpSpPr>
          <p:grpSpPr>
            <a:xfrm>
              <a:off x="7033285" y="4396713"/>
              <a:ext cx="194158" cy="232254"/>
              <a:chOff x="7033285" y="4396713"/>
              <a:chExt cx="194158" cy="232254"/>
            </a:xfrm>
          </p:grpSpPr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B707C238-6402-4FD2-ACF4-4BB653C63654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2FDF9995-DE19-4F89-9780-C9D7443D35F5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ED3AE372-0C1F-4E9B-AF41-C8A5ABD2D81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0BC1ED3A-9F20-49A9-A9DF-204DF66F538B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6579B77-C4F9-47BB-9394-A1173A173B1E}"/>
                </a:ext>
              </a:extLst>
            </p:cNvPr>
            <p:cNvSpPr txBox="1"/>
            <p:nvPr/>
          </p:nvSpPr>
          <p:spPr>
            <a:xfrm flipH="1">
              <a:off x="7067671" y="2622301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FED9B25-E427-4BA5-899D-9B9673AA5E90}"/>
                </a:ext>
              </a:extLst>
            </p:cNvPr>
            <p:cNvSpPr txBox="1"/>
            <p:nvPr/>
          </p:nvSpPr>
          <p:spPr>
            <a:xfrm flipH="1">
              <a:off x="6143908" y="448515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8FF45B49-21A2-4236-BEB3-4CAF7F43EAB1}"/>
                </a:ext>
              </a:extLst>
            </p:cNvPr>
            <p:cNvSpPr/>
            <p:nvPr/>
          </p:nvSpPr>
          <p:spPr>
            <a:xfrm>
              <a:off x="7104548" y="3139511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99F3B60-B7C1-4EC0-85B8-966D66666487}"/>
                </a:ext>
              </a:extLst>
            </p:cNvPr>
            <p:cNvSpPr txBox="1"/>
            <p:nvPr/>
          </p:nvSpPr>
          <p:spPr>
            <a:xfrm flipH="1">
              <a:off x="7191490" y="2896478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14935C1D-1EA9-48E8-B7C3-B66C71681D3E}"/>
                </a:ext>
              </a:extLst>
            </p:cNvPr>
            <p:cNvCxnSpPr/>
            <p:nvPr/>
          </p:nvCxnSpPr>
          <p:spPr>
            <a:xfrm rot="10800000">
              <a:off x="9752097" y="364212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41D04B5E-A557-4AC3-8384-E50AA4C87B31}"/>
                </a:ext>
              </a:extLst>
            </p:cNvPr>
            <p:cNvCxnSpPr/>
            <p:nvPr/>
          </p:nvCxnSpPr>
          <p:spPr>
            <a:xfrm rot="10800000">
              <a:off x="9752097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F8A8BF10-2BDF-4321-AE89-4E6031847A18}"/>
                </a:ext>
              </a:extLst>
            </p:cNvPr>
            <p:cNvCxnSpPr/>
            <p:nvPr/>
          </p:nvCxnSpPr>
          <p:spPr>
            <a:xfrm rot="10800000" flipH="1">
              <a:off x="9752097" y="3447962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6B5C986A-4EA2-440F-9D98-6FFCA75FA8E6}"/>
                </a:ext>
              </a:extLst>
            </p:cNvPr>
            <p:cNvCxnSpPr/>
            <p:nvPr/>
          </p:nvCxnSpPr>
          <p:spPr>
            <a:xfrm rot="10800000">
              <a:off x="9674679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2E4A0F9E-609A-4DC8-92F3-C637020B6A59}"/>
                </a:ext>
              </a:extLst>
            </p:cNvPr>
            <p:cNvCxnSpPr/>
            <p:nvPr/>
          </p:nvCxnSpPr>
          <p:spPr>
            <a:xfrm rot="10800000">
              <a:off x="9751998" y="471584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BC8AF792-538D-4193-9C89-7384F95458D4}"/>
                </a:ext>
              </a:extLst>
            </p:cNvPr>
            <p:cNvCxnSpPr/>
            <p:nvPr/>
          </p:nvCxnSpPr>
          <p:spPr>
            <a:xfrm rot="10800000">
              <a:off x="9751998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8710015C-D31B-4EFD-975E-C72CB6BDBB3C}"/>
                </a:ext>
              </a:extLst>
            </p:cNvPr>
            <p:cNvCxnSpPr/>
            <p:nvPr/>
          </p:nvCxnSpPr>
          <p:spPr>
            <a:xfrm rot="10800000" flipH="1">
              <a:off x="9751998" y="452168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5E117586-9E84-487D-B733-E7F86C450540}"/>
                </a:ext>
              </a:extLst>
            </p:cNvPr>
            <p:cNvCxnSpPr/>
            <p:nvPr/>
          </p:nvCxnSpPr>
          <p:spPr>
            <a:xfrm rot="10800000">
              <a:off x="9674580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3FF23104-11FB-4E84-ACF4-6789F990A4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9400" y="3250689"/>
              <a:ext cx="15281" cy="15276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96947C83-5524-4CB7-8258-E3881D7BFA80}"/>
                </a:ext>
              </a:extLst>
            </p:cNvPr>
            <p:cNvSpPr/>
            <p:nvPr/>
          </p:nvSpPr>
          <p:spPr>
            <a:xfrm>
              <a:off x="8005499" y="4591586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3B9BAFAC-11BF-4200-959C-E2030183FC5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906933" y="3175973"/>
              <a:ext cx="0" cy="277262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15870C85-5B2D-4B03-8419-4474A2F011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6933" y="364208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20B5C1FF-15B1-4C0A-8430-CA68D0EB652E}"/>
                </a:ext>
              </a:extLst>
            </p:cNvPr>
            <p:cNvGrpSpPr/>
            <p:nvPr/>
          </p:nvGrpSpPr>
          <p:grpSpPr>
            <a:xfrm>
              <a:off x="9672102" y="3977298"/>
              <a:ext cx="245981" cy="194158"/>
              <a:chOff x="8475102" y="3459120"/>
              <a:chExt cx="232254" cy="194158"/>
            </a:xfrm>
          </p:grpSpPr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EE26FFC1-B6A2-4539-B3B0-B39326C194CC}"/>
                  </a:ext>
                </a:extLst>
              </p:cNvPr>
              <p:cNvCxnSpPr/>
              <p:nvPr/>
            </p:nvCxnSpPr>
            <p:spPr>
              <a:xfrm rot="10800000">
                <a:off x="8552520" y="3653278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4" name="직선 연결선 273">
                <a:extLst>
                  <a:ext uri="{FF2B5EF4-FFF2-40B4-BE49-F238E27FC236}">
                    <a16:creationId xmlns:a16="http://schemas.microsoft.com/office/drawing/2014/main" id="{ED48ED74-37A3-4D72-80BE-B91DA695FEB9}"/>
                  </a:ext>
                </a:extLst>
              </p:cNvPr>
              <p:cNvCxnSpPr/>
              <p:nvPr/>
            </p:nvCxnSpPr>
            <p:spPr>
              <a:xfrm rot="10800000">
                <a:off x="8552520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6D21971B-0931-4CC0-8DB6-E32EDB5B1B47}"/>
                  </a:ext>
                </a:extLst>
              </p:cNvPr>
              <p:cNvCxnSpPr/>
              <p:nvPr/>
            </p:nvCxnSpPr>
            <p:spPr>
              <a:xfrm rot="10800000" flipH="1">
                <a:off x="8552520" y="3459120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FEE53DD7-746F-4A87-B51F-71056CB77385}"/>
                  </a:ext>
                </a:extLst>
              </p:cNvPr>
              <p:cNvCxnSpPr/>
              <p:nvPr/>
            </p:nvCxnSpPr>
            <p:spPr>
              <a:xfrm rot="10800000">
                <a:off x="8475102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6BD507B-92ED-4A7C-A6CA-071A2A6F7870}"/>
                </a:ext>
              </a:extLst>
            </p:cNvPr>
            <p:cNvSpPr txBox="1"/>
            <p:nvPr/>
          </p:nvSpPr>
          <p:spPr>
            <a:xfrm flipH="1">
              <a:off x="9168730" y="340798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CKL2</a:t>
              </a:r>
              <a:endParaRPr lang="ko-KR" altLang="en-US" sz="1200" b="1" kern="0" dirty="0"/>
            </a:p>
          </p:txBody>
        </p: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FF9AD76E-21CE-4992-8EA2-098B43D31A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37339" y="4080759"/>
              <a:ext cx="41797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60AD4585-8932-4E40-BB70-892F9178D0D8}"/>
                </a:ext>
              </a:extLst>
            </p:cNvPr>
            <p:cNvGrpSpPr/>
            <p:nvPr/>
          </p:nvGrpSpPr>
          <p:grpSpPr>
            <a:xfrm>
              <a:off x="9043180" y="3864032"/>
              <a:ext cx="194158" cy="232254"/>
              <a:chOff x="9024782" y="3879419"/>
              <a:chExt cx="194158" cy="232254"/>
            </a:xfrm>
          </p:grpSpPr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D40CF436-81AA-47B6-9105-670AA1A22170}"/>
                  </a:ext>
                </a:extLst>
              </p:cNvPr>
              <p:cNvCxnSpPr/>
              <p:nvPr/>
            </p:nvCxnSpPr>
            <p:spPr>
              <a:xfrm rot="16200000">
                <a:off x="8947364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61912EBD-54E8-4262-975E-34824667894D}"/>
                  </a:ext>
                </a:extLst>
              </p:cNvPr>
              <p:cNvCxnSpPr/>
              <p:nvPr/>
            </p:nvCxnSpPr>
            <p:spPr>
              <a:xfrm rot="16200000">
                <a:off x="9121861" y="3859758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22004B7D-273B-4255-A3B7-B5B07BD3ECA8}"/>
                  </a:ext>
                </a:extLst>
              </p:cNvPr>
              <p:cNvCxnSpPr/>
              <p:nvPr/>
            </p:nvCxnSpPr>
            <p:spPr>
              <a:xfrm rot="16200000" flipH="1">
                <a:off x="9141522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55E667B0-48E5-44B7-8778-AD20A87ED634}"/>
                  </a:ext>
                </a:extLst>
              </p:cNvPr>
              <p:cNvCxnSpPr/>
              <p:nvPr/>
            </p:nvCxnSpPr>
            <p:spPr>
              <a:xfrm rot="16200000">
                <a:off x="9121861" y="378234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FD0C10E8-F103-45EF-87ED-5F0D371F16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27226" y="3178703"/>
              <a:ext cx="4776" cy="6853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3EFB2D89-5A3F-4735-BE2B-D5F28A25AE6C}"/>
                </a:ext>
              </a:extLst>
            </p:cNvPr>
            <p:cNvSpPr/>
            <p:nvPr/>
          </p:nvSpPr>
          <p:spPr>
            <a:xfrm>
              <a:off x="9102833" y="3148215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94D5747-AC9F-4501-A6F0-D6B7EF85C290}"/>
                </a:ext>
              </a:extLst>
            </p:cNvPr>
            <p:cNvSpPr txBox="1"/>
            <p:nvPr/>
          </p:nvSpPr>
          <p:spPr>
            <a:xfrm flipH="1">
              <a:off x="10293561" y="2911646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CB1503FF-9309-4CB6-AD2F-9991EBE69DB1}"/>
                </a:ext>
              </a:extLst>
            </p:cNvPr>
            <p:cNvCxnSpPr/>
            <p:nvPr/>
          </p:nvCxnSpPr>
          <p:spPr>
            <a:xfrm rot="10800000">
              <a:off x="10941626" y="4726448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9E9BCF71-44DD-44CD-82D6-A864093F44CD}"/>
                </a:ext>
              </a:extLst>
            </p:cNvPr>
            <p:cNvCxnSpPr/>
            <p:nvPr/>
          </p:nvCxnSpPr>
          <p:spPr>
            <a:xfrm rot="10800000">
              <a:off x="10941626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79CF2179-BCEC-4578-8041-DC3854835D00}"/>
                </a:ext>
              </a:extLst>
            </p:cNvPr>
            <p:cNvCxnSpPr/>
            <p:nvPr/>
          </p:nvCxnSpPr>
          <p:spPr>
            <a:xfrm rot="10800000" flipH="1">
              <a:off x="10941626" y="453229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5BF954CF-61F3-4F9D-88C7-F77AC3745C98}"/>
                </a:ext>
              </a:extLst>
            </p:cNvPr>
            <p:cNvCxnSpPr/>
            <p:nvPr/>
          </p:nvCxnSpPr>
          <p:spPr>
            <a:xfrm rot="10800000">
              <a:off x="10864208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34" name="원호 233">
              <a:extLst>
                <a:ext uri="{FF2B5EF4-FFF2-40B4-BE49-F238E27FC236}">
                  <a16:creationId xmlns:a16="http://schemas.microsoft.com/office/drawing/2014/main" id="{2D1D7EA4-4E0C-4B52-81E7-ACA47A835BF6}"/>
                </a:ext>
              </a:extLst>
            </p:cNvPr>
            <p:cNvSpPr/>
            <p:nvPr/>
          </p:nvSpPr>
          <p:spPr>
            <a:xfrm rot="5114988">
              <a:off x="7930849" y="3110764"/>
              <a:ext cx="145087" cy="154314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5" name="원호 234">
              <a:extLst>
                <a:ext uri="{FF2B5EF4-FFF2-40B4-BE49-F238E27FC236}">
                  <a16:creationId xmlns:a16="http://schemas.microsoft.com/office/drawing/2014/main" id="{40DEEC28-2002-497F-A066-2752485F8E42}"/>
                </a:ext>
              </a:extLst>
            </p:cNvPr>
            <p:cNvSpPr/>
            <p:nvPr/>
          </p:nvSpPr>
          <p:spPr>
            <a:xfrm rot="21503946">
              <a:off x="7928371" y="3118585"/>
              <a:ext cx="154314" cy="145087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FA966B1-723D-472F-A74B-281D27977CDE}"/>
                </a:ext>
              </a:extLst>
            </p:cNvPr>
            <p:cNvSpPr txBox="1"/>
            <p:nvPr/>
          </p:nvSpPr>
          <p:spPr>
            <a:xfrm flipH="1">
              <a:off x="7728423" y="1707350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0A2168FC-BCF9-4BCC-9079-5A65A866A58D}"/>
                </a:ext>
              </a:extLst>
            </p:cNvPr>
            <p:cNvSpPr txBox="1"/>
            <p:nvPr/>
          </p:nvSpPr>
          <p:spPr>
            <a:xfrm flipH="1">
              <a:off x="9447169" y="46922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8F41BC70-C51B-420A-9C5C-267E299F5D12}"/>
                </a:ext>
              </a:extLst>
            </p:cNvPr>
            <p:cNvSpPr txBox="1"/>
            <p:nvPr/>
          </p:nvSpPr>
          <p:spPr>
            <a:xfrm flipH="1">
              <a:off x="10974476" y="3045859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T7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359D263-81B0-4BC6-BB72-0A647C5ED936}"/>
                </a:ext>
              </a:extLst>
            </p:cNvPr>
            <p:cNvSpPr txBox="1"/>
            <p:nvPr/>
          </p:nvSpPr>
          <p:spPr>
            <a:xfrm flipH="1">
              <a:off x="11034771" y="4501317"/>
              <a:ext cx="265040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5D997B70-B839-46EB-BFEA-891A4D1135A4}"/>
                </a:ext>
              </a:extLst>
            </p:cNvPr>
            <p:cNvSpPr/>
            <p:nvPr/>
          </p:nvSpPr>
          <p:spPr>
            <a:xfrm>
              <a:off x="10402543" y="3148304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B6350DD-DD29-431B-8FF3-DB56B6EF444A}"/>
                </a:ext>
              </a:extLst>
            </p:cNvPr>
            <p:cNvSpPr/>
            <p:nvPr/>
          </p:nvSpPr>
          <p:spPr>
            <a:xfrm>
              <a:off x="10407236" y="4604290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0D5FD0C5-DB9D-4B13-826C-9609CD13D1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2992" y="4187957"/>
              <a:ext cx="41600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C725ECE0-9D15-427A-BAB0-B7E7BF6227F4}"/>
                </a:ext>
              </a:extLst>
            </p:cNvPr>
            <p:cNvGrpSpPr/>
            <p:nvPr/>
          </p:nvGrpSpPr>
          <p:grpSpPr>
            <a:xfrm>
              <a:off x="7441913" y="4389974"/>
              <a:ext cx="194158" cy="232254"/>
              <a:chOff x="7033285" y="4396713"/>
              <a:chExt cx="194158" cy="232254"/>
            </a:xfrm>
          </p:grpSpPr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83259098-6FD4-4B08-890D-EE33A4D5A6EE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2B379528-9BEC-452C-B981-66D03E1F1A77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B7DC5D6C-9CAA-47C1-875A-FF2C39B2EE2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87426A7F-0325-40C1-9BB9-494BAA0BD67E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232E4A2-1F56-4353-AC7C-136FC0FB0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836" y="4177938"/>
              <a:ext cx="788" cy="21303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2C1C39C1-733F-417C-A852-A56C8E395D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20071" y="4626175"/>
              <a:ext cx="22016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AB113EE-37D3-477C-8F13-ED5F50FAAEA4}"/>
                </a:ext>
              </a:extLst>
            </p:cNvPr>
            <p:cNvGrpSpPr/>
            <p:nvPr/>
          </p:nvGrpSpPr>
          <p:grpSpPr>
            <a:xfrm>
              <a:off x="7931265" y="4786518"/>
              <a:ext cx="194158" cy="232254"/>
              <a:chOff x="7033285" y="4396713"/>
              <a:chExt cx="194158" cy="232254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38BFE57B-35CC-49E7-9F56-3D634217057C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35963ECB-C248-4442-AEE1-B6BB26D0EF86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8CDDA7C8-7BE8-40CD-8F09-193FC0113C5D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18865C16-B03C-4BAA-ACCF-C02D63AFFBF1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14B95FAE-0976-4A4D-94F4-E17EB94E80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5864" y="5022632"/>
              <a:ext cx="6229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29A3FDF-9104-4B7A-A130-F95FC076F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4478" y="4625408"/>
              <a:ext cx="0" cy="390983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89A031F-7E97-40F6-8A51-E8F8542F3FC7}"/>
                </a:ext>
              </a:extLst>
            </p:cNvPr>
            <p:cNvCxnSpPr/>
            <p:nvPr/>
          </p:nvCxnSpPr>
          <p:spPr>
            <a:xfrm rot="16200000">
              <a:off x="8214066" y="491793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50525FB4-C16F-4EC5-B289-1462B1E03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49" y="5010579"/>
              <a:ext cx="0" cy="51969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A449AFA-3EA4-4BEC-A8CC-781B40D18DAC}"/>
                </a:ext>
              </a:extLst>
            </p:cNvPr>
            <p:cNvSpPr/>
            <p:nvPr/>
          </p:nvSpPr>
          <p:spPr>
            <a:xfrm>
              <a:off x="7295570" y="460428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797B5A8C-3CEB-4699-AB6E-68AE49F39A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00174" y="5530271"/>
              <a:ext cx="2808963" cy="44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D8EB07E3-5534-47FF-98DB-2FB6D3355489}"/>
                </a:ext>
              </a:extLst>
            </p:cNvPr>
            <p:cNvSpPr/>
            <p:nvPr/>
          </p:nvSpPr>
          <p:spPr>
            <a:xfrm>
              <a:off x="9889598" y="5499782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F1641F3C-A22A-49EB-9A47-7F98C84A28F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9884" y="417753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72F4C593-3069-48BC-BA88-2ABB57DE8A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1651" y="4084818"/>
              <a:ext cx="191529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78B04D-1D06-4BBE-92EF-7BB318D86E02}"/>
                </a:ext>
              </a:extLst>
            </p:cNvPr>
            <p:cNvSpPr txBox="1"/>
            <p:nvPr/>
          </p:nvSpPr>
          <p:spPr>
            <a:xfrm flipH="1">
              <a:off x="8424343" y="393070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CKL1</a:t>
              </a:r>
              <a:endParaRPr lang="ko-KR" altLang="en-US" sz="1200" b="1" kern="0" dirty="0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F6CBD07A-9A26-4009-A415-3443FCB13866}"/>
              </a:ext>
            </a:extLst>
          </p:cNvPr>
          <p:cNvGrpSpPr/>
          <p:nvPr/>
        </p:nvGrpSpPr>
        <p:grpSpPr>
          <a:xfrm>
            <a:off x="7303318" y="1161482"/>
            <a:ext cx="3856903" cy="4726074"/>
            <a:chOff x="7303318" y="1161482"/>
            <a:chExt cx="3856903" cy="4726074"/>
          </a:xfrm>
        </p:grpSpPr>
        <p:sp>
          <p:nvSpPr>
            <p:cNvPr id="286" name="Text Box 240">
              <a:extLst>
                <a:ext uri="{FF2B5EF4-FFF2-40B4-BE49-F238E27FC236}">
                  <a16:creationId xmlns:a16="http://schemas.microsoft.com/office/drawing/2014/main" id="{05EB35A1-85ED-499C-AF13-FD1C106F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303318" y="3541884"/>
              <a:ext cx="88201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Scan[n-1]</a:t>
              </a:r>
            </a:p>
          </p:txBody>
        </p:sp>
        <p:sp>
          <p:nvSpPr>
            <p:cNvPr id="287" name="Text Box 240">
              <a:extLst>
                <a:ext uri="{FF2B5EF4-FFF2-40B4-BE49-F238E27FC236}">
                  <a16:creationId xmlns:a16="http://schemas.microsoft.com/office/drawing/2014/main" id="{05EB1D40-E31F-4C5F-B74B-DC7927509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29494" y="4317144"/>
              <a:ext cx="41719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</a:t>
              </a:r>
            </a:p>
          </p:txBody>
        </p:sp>
        <p:sp>
          <p:nvSpPr>
            <p:cNvPr id="291" name="Text Box 240">
              <a:extLst>
                <a:ext uri="{FF2B5EF4-FFF2-40B4-BE49-F238E27FC236}">
                  <a16:creationId xmlns:a16="http://schemas.microsoft.com/office/drawing/2014/main" id="{FD86B95B-B1D2-472D-BC33-124095A83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09034" y="1322380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CK1</a:t>
              </a:r>
            </a:p>
          </p:txBody>
        </p:sp>
        <p:sp>
          <p:nvSpPr>
            <p:cNvPr id="292" name="Text Box 240">
              <a:extLst>
                <a:ext uri="{FF2B5EF4-FFF2-40B4-BE49-F238E27FC236}">
                  <a16:creationId xmlns:a16="http://schemas.microsoft.com/office/drawing/2014/main" id="{2D68442C-1F3F-48C4-BEC9-8804DAD85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88502" y="1789849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CK2</a:t>
              </a:r>
            </a:p>
          </p:txBody>
        </p:sp>
        <p:grpSp>
          <p:nvGrpSpPr>
            <p:cNvPr id="444" name="그룹 443">
              <a:extLst>
                <a:ext uri="{FF2B5EF4-FFF2-40B4-BE49-F238E27FC236}">
                  <a16:creationId xmlns:a16="http://schemas.microsoft.com/office/drawing/2014/main" id="{CB25CE50-DD66-449F-9745-8D25606FA03D}"/>
                </a:ext>
              </a:extLst>
            </p:cNvPr>
            <p:cNvGrpSpPr/>
            <p:nvPr/>
          </p:nvGrpSpPr>
          <p:grpSpPr>
            <a:xfrm>
              <a:off x="8206522" y="1216499"/>
              <a:ext cx="2936932" cy="268238"/>
              <a:chOff x="8214432" y="1402015"/>
              <a:chExt cx="2936932" cy="268238"/>
            </a:xfrm>
          </p:grpSpPr>
          <p:cxnSp>
            <p:nvCxnSpPr>
              <p:cNvPr id="299" name="직선 연결선 186">
                <a:extLst>
                  <a:ext uri="{FF2B5EF4-FFF2-40B4-BE49-F238E27FC236}">
                    <a16:creationId xmlns:a16="http://schemas.microsoft.com/office/drawing/2014/main" id="{9C9766E8-14C4-4B46-9E6A-7924BF61A6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1663005"/>
                <a:ext cx="237812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0" name="직선 연결선 177">
                <a:extLst>
                  <a:ext uri="{FF2B5EF4-FFF2-40B4-BE49-F238E27FC236}">
                    <a16:creationId xmlns:a16="http://schemas.microsoft.com/office/drawing/2014/main" id="{7E1ABCEA-1C4A-4C72-AB3E-45AC89FE0E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1" name="직선 연결선 178">
                <a:extLst>
                  <a:ext uri="{FF2B5EF4-FFF2-40B4-BE49-F238E27FC236}">
                    <a16:creationId xmlns:a16="http://schemas.microsoft.com/office/drawing/2014/main" id="{CFBAE40D-9B11-4739-B768-1D91516690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2" name="직선 연결선 180">
                <a:extLst>
                  <a:ext uri="{FF2B5EF4-FFF2-40B4-BE49-F238E27FC236}">
                    <a16:creationId xmlns:a16="http://schemas.microsoft.com/office/drawing/2014/main" id="{712DED64-1126-4607-B4BA-786E08F5AE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3" name="직선 연결선 186">
                <a:extLst>
                  <a:ext uri="{FF2B5EF4-FFF2-40B4-BE49-F238E27FC236}">
                    <a16:creationId xmlns:a16="http://schemas.microsoft.com/office/drawing/2014/main" id="{762E5893-6D90-4A9C-9E08-5A5DFCCEFF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670253"/>
                <a:ext cx="72434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4" name="직선 연결선 177">
                <a:extLst>
                  <a:ext uri="{FF2B5EF4-FFF2-40B4-BE49-F238E27FC236}">
                    <a16:creationId xmlns:a16="http://schemas.microsoft.com/office/drawing/2014/main" id="{A336AABD-0E17-406B-91F8-CEE51743AD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5" name="직선 연결선 178">
                <a:extLst>
                  <a:ext uri="{FF2B5EF4-FFF2-40B4-BE49-F238E27FC236}">
                    <a16:creationId xmlns:a16="http://schemas.microsoft.com/office/drawing/2014/main" id="{F320378D-13C2-4E5F-8DC5-74FC3D7017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6" name="직선 연결선 180">
                <a:extLst>
                  <a:ext uri="{FF2B5EF4-FFF2-40B4-BE49-F238E27FC236}">
                    <a16:creationId xmlns:a16="http://schemas.microsoft.com/office/drawing/2014/main" id="{3C78E604-8A1E-420F-B9D9-375EBF2B06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" name="직선 연결선 186">
                <a:extLst>
                  <a:ext uri="{FF2B5EF4-FFF2-40B4-BE49-F238E27FC236}">
                    <a16:creationId xmlns:a16="http://schemas.microsoft.com/office/drawing/2014/main" id="{589CFA89-EF16-4CE3-A12D-E1B0F1EB6D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663005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8" name="직선 연결선 177">
                <a:extLst>
                  <a:ext uri="{FF2B5EF4-FFF2-40B4-BE49-F238E27FC236}">
                    <a16:creationId xmlns:a16="http://schemas.microsoft.com/office/drawing/2014/main" id="{1E5E26E2-F9AE-495F-A894-6EC7CD0EEB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직선 연결선 178">
                <a:extLst>
                  <a:ext uri="{FF2B5EF4-FFF2-40B4-BE49-F238E27FC236}">
                    <a16:creationId xmlns:a16="http://schemas.microsoft.com/office/drawing/2014/main" id="{DF782227-F061-4E6F-8430-34DE0FE147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666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0" name="직선 연결선 180">
                <a:extLst>
                  <a:ext uri="{FF2B5EF4-FFF2-40B4-BE49-F238E27FC236}">
                    <a16:creationId xmlns:a16="http://schemas.microsoft.com/office/drawing/2014/main" id="{C5275A8D-7555-4601-8038-A7104C32C4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1" name="직선 연결선 151">
                <a:extLst>
                  <a:ext uri="{FF2B5EF4-FFF2-40B4-BE49-F238E27FC236}">
                    <a16:creationId xmlns:a16="http://schemas.microsoft.com/office/drawing/2014/main" id="{7CA4C866-2E5E-43BF-B257-E9EE13EC02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275" y="1661095"/>
                <a:ext cx="16808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1" name="Text Box 240">
              <a:extLst>
                <a:ext uri="{FF2B5EF4-FFF2-40B4-BE49-F238E27FC236}">
                  <a16:creationId xmlns:a16="http://schemas.microsoft.com/office/drawing/2014/main" id="{D85BA200-165C-4018-970A-ADEA1A9CD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35607" y="5391642"/>
              <a:ext cx="834390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Scan[n]</a:t>
              </a:r>
            </a:p>
          </p:txBody>
        </p:sp>
        <p:cxnSp>
          <p:nvCxnSpPr>
            <p:cNvPr id="322" name="직선 연결선 176">
              <a:extLst>
                <a:ext uri="{FF2B5EF4-FFF2-40B4-BE49-F238E27FC236}">
                  <a16:creationId xmlns:a16="http://schemas.microsoft.com/office/drawing/2014/main" id="{423FFAD1-753E-4AB4-9AAB-8AB558BE41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4322" y="5683492"/>
              <a:ext cx="820789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직선 연결선 179">
              <a:extLst>
                <a:ext uri="{FF2B5EF4-FFF2-40B4-BE49-F238E27FC236}">
                  <a16:creationId xmlns:a16="http://schemas.microsoft.com/office/drawing/2014/main" id="{994DC6F4-4397-4DE9-B4CC-61C992314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4921" y="5683492"/>
              <a:ext cx="175679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직선 연결선 177">
              <a:extLst>
                <a:ext uri="{FF2B5EF4-FFF2-40B4-BE49-F238E27FC236}">
                  <a16:creationId xmlns:a16="http://schemas.microsoft.com/office/drawing/2014/main" id="{A277EBFE-78CA-4A7F-A5A9-D308C7DD0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직선 연결선 178">
              <a:extLst>
                <a:ext uri="{FF2B5EF4-FFF2-40B4-BE49-F238E27FC236}">
                  <a16:creationId xmlns:a16="http://schemas.microsoft.com/office/drawing/2014/main" id="{5EEAFCCD-D92B-4026-8792-F5F864FC0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9951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직선 연결선 180">
              <a:extLst>
                <a:ext uri="{FF2B5EF4-FFF2-40B4-BE49-F238E27FC236}">
                  <a16:creationId xmlns:a16="http://schemas.microsoft.com/office/drawing/2014/main" id="{35703D53-CF0E-4416-B295-93934BE9FF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38171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81FFA6D-47DD-438D-AA1E-B61AE1753ACE}"/>
                </a:ext>
              </a:extLst>
            </p:cNvPr>
            <p:cNvGrpSpPr/>
            <p:nvPr/>
          </p:nvGrpSpPr>
          <p:grpSpPr>
            <a:xfrm>
              <a:off x="8173306" y="3987099"/>
              <a:ext cx="2881234" cy="537522"/>
              <a:chOff x="8191383" y="3983960"/>
              <a:chExt cx="2881234" cy="537522"/>
            </a:xfrm>
          </p:grpSpPr>
          <p:cxnSp>
            <p:nvCxnSpPr>
              <p:cNvPr id="293" name="직선 연결선 176">
                <a:extLst>
                  <a:ext uri="{FF2B5EF4-FFF2-40B4-BE49-F238E27FC236}">
                    <a16:creationId xmlns:a16="http://schemas.microsoft.com/office/drawing/2014/main" id="{DEBB0EA3-C8B3-411C-B918-F3C7C2B1BC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91383" y="4509941"/>
                <a:ext cx="2850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4" name="직선 연결선 179">
                <a:extLst>
                  <a:ext uri="{FF2B5EF4-FFF2-40B4-BE49-F238E27FC236}">
                    <a16:creationId xmlns:a16="http://schemas.microsoft.com/office/drawing/2014/main" id="{BF3D590A-5DB6-4E9D-A82D-74F7C9A79B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57180" y="4509941"/>
                <a:ext cx="1515437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5" name="직선 연결선 177">
                <a:extLst>
                  <a:ext uri="{FF2B5EF4-FFF2-40B4-BE49-F238E27FC236}">
                    <a16:creationId xmlns:a16="http://schemas.microsoft.com/office/drawing/2014/main" id="{FF64F3A2-F817-4209-91E5-7F3134A01E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63850" y="425105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6" name="직선 연결선 178">
                <a:extLst>
                  <a:ext uri="{FF2B5EF4-FFF2-40B4-BE49-F238E27FC236}">
                    <a16:creationId xmlns:a16="http://schemas.microsoft.com/office/drawing/2014/main" id="{4CF11EA4-F4B3-475A-B312-85B1CDFA1B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4232" y="399197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" name="직선 연결선 180">
                <a:extLst>
                  <a:ext uri="{FF2B5EF4-FFF2-40B4-BE49-F238E27FC236}">
                    <a16:creationId xmlns:a16="http://schemas.microsoft.com/office/drawing/2014/main" id="{15351558-9BF7-403F-9AF5-7B47041FE7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3090" y="4243040"/>
                <a:ext cx="560184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" name="직선 연결선 180">
                <a:extLst>
                  <a:ext uri="{FF2B5EF4-FFF2-40B4-BE49-F238E27FC236}">
                    <a16:creationId xmlns:a16="http://schemas.microsoft.com/office/drawing/2014/main" id="{7FDCE94B-1CAA-42F7-8B9B-7C095C452A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9734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" name="직선 연결선 327">
                <a:extLst>
                  <a:ext uri="{FF2B5EF4-FFF2-40B4-BE49-F238E27FC236}">
                    <a16:creationId xmlns:a16="http://schemas.microsoft.com/office/drawing/2014/main" id="{DAD27621-BAC1-4E3E-812C-C641483D93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3960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9" name="직선 연결선 180">
                <a:extLst>
                  <a:ext uri="{FF2B5EF4-FFF2-40B4-BE49-F238E27FC236}">
                    <a16:creationId xmlns:a16="http://schemas.microsoft.com/office/drawing/2014/main" id="{1C5497B9-9F53-48BA-8FF5-B83A05A039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6716" y="4251055"/>
                <a:ext cx="1504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0" name="직선 연결선 177">
                <a:extLst>
                  <a:ext uri="{FF2B5EF4-FFF2-40B4-BE49-F238E27FC236}">
                    <a16:creationId xmlns:a16="http://schemas.microsoft.com/office/drawing/2014/main" id="{8185939B-3412-4188-91AA-631D108334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57181" y="4262402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1" name="Text Box 240">
              <a:extLst>
                <a:ext uri="{FF2B5EF4-FFF2-40B4-BE49-F238E27FC236}">
                  <a16:creationId xmlns:a16="http://schemas.microsoft.com/office/drawing/2014/main" id="{9C9F830C-5B4B-45AC-BDC0-09E10D101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44735" y="4854393"/>
              <a:ext cx="49990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QB</a:t>
              </a:r>
            </a:p>
          </p:txBody>
        </p:sp>
        <p:cxnSp>
          <p:nvCxnSpPr>
            <p:cNvPr id="332" name="직선 연결선 176">
              <a:extLst>
                <a:ext uri="{FF2B5EF4-FFF2-40B4-BE49-F238E27FC236}">
                  <a16:creationId xmlns:a16="http://schemas.microsoft.com/office/drawing/2014/main" id="{060DE4A1-89EF-471B-908B-A96BA22CC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8756" y="4898599"/>
              <a:ext cx="635677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직선 연결선 178">
              <a:extLst>
                <a:ext uri="{FF2B5EF4-FFF2-40B4-BE49-F238E27FC236}">
                  <a16:creationId xmlns:a16="http://schemas.microsoft.com/office/drawing/2014/main" id="{37D8C8A3-A926-411C-A432-3FBFDB47D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24434" y="490545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직선 연결선 180">
              <a:extLst>
                <a:ext uri="{FF2B5EF4-FFF2-40B4-BE49-F238E27FC236}">
                  <a16:creationId xmlns:a16="http://schemas.microsoft.com/office/drawing/2014/main" id="{DDF8CB6C-A8E0-4715-9C85-BF0324BCDC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17042" y="5146243"/>
              <a:ext cx="721273" cy="510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직선 연결선 178">
              <a:extLst>
                <a:ext uri="{FF2B5EF4-FFF2-40B4-BE49-F238E27FC236}">
                  <a16:creationId xmlns:a16="http://schemas.microsoft.com/office/drawing/2014/main" id="{2545D970-F87C-4A50-B689-53DB3FDA6A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538315" y="489724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6" name="직선 연결선 176">
              <a:extLst>
                <a:ext uri="{FF2B5EF4-FFF2-40B4-BE49-F238E27FC236}">
                  <a16:creationId xmlns:a16="http://schemas.microsoft.com/office/drawing/2014/main" id="{B4F21AA4-2868-4191-BAF1-A1FD2F9CAC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38314" y="4910848"/>
              <a:ext cx="1516226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DD36D50-EF68-497F-866B-4785E7642BDC}"/>
                </a:ext>
              </a:extLst>
            </p:cNvPr>
            <p:cNvGrpSpPr/>
            <p:nvPr/>
          </p:nvGrpSpPr>
          <p:grpSpPr>
            <a:xfrm>
              <a:off x="8169643" y="3440850"/>
              <a:ext cx="2931087" cy="266753"/>
              <a:chOff x="8179291" y="2260429"/>
              <a:chExt cx="2931087" cy="266753"/>
            </a:xfrm>
          </p:grpSpPr>
          <p:cxnSp>
            <p:nvCxnSpPr>
              <p:cNvPr id="288" name="직선 연결선 176">
                <a:extLst>
                  <a:ext uri="{FF2B5EF4-FFF2-40B4-BE49-F238E27FC236}">
                    <a16:creationId xmlns:a16="http://schemas.microsoft.com/office/drawing/2014/main" id="{27E9925F-AB6A-4584-B888-49A4028A4B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79291" y="2527182"/>
                <a:ext cx="2729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" name="직선 연결선 179">
                <a:extLst>
                  <a:ext uri="{FF2B5EF4-FFF2-40B4-BE49-F238E27FC236}">
                    <a16:creationId xmlns:a16="http://schemas.microsoft.com/office/drawing/2014/main" id="{19679AE0-5529-4759-9A00-AECDC08A08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20742" y="2519510"/>
                <a:ext cx="228963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0" name="직선 연결선 180">
                <a:extLst>
                  <a:ext uri="{FF2B5EF4-FFF2-40B4-BE49-F238E27FC236}">
                    <a16:creationId xmlns:a16="http://schemas.microsoft.com/office/drawing/2014/main" id="{E609F995-8D90-43B7-8323-9FDB18E223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2262290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3" name="직선 연결선 177">
                <a:extLst>
                  <a:ext uri="{FF2B5EF4-FFF2-40B4-BE49-F238E27FC236}">
                    <a16:creationId xmlns:a16="http://schemas.microsoft.com/office/drawing/2014/main" id="{054F419B-E1DA-4121-A058-E871187FC6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3862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7" name="직선 연결선 177">
                <a:extLst>
                  <a:ext uri="{FF2B5EF4-FFF2-40B4-BE49-F238E27FC236}">
                    <a16:creationId xmlns:a16="http://schemas.microsoft.com/office/drawing/2014/main" id="{EFBB3192-CCDD-4F9A-AA26-CB46030423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1849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31110B5-FFE4-40C9-8B82-D67C50E2456E}"/>
                </a:ext>
              </a:extLst>
            </p:cNvPr>
            <p:cNvGrpSpPr/>
            <p:nvPr/>
          </p:nvGrpSpPr>
          <p:grpSpPr>
            <a:xfrm>
              <a:off x="8214432" y="1671015"/>
              <a:ext cx="2945789" cy="272856"/>
              <a:chOff x="8214432" y="1842028"/>
              <a:chExt cx="2945789" cy="272856"/>
            </a:xfrm>
          </p:grpSpPr>
          <p:cxnSp>
            <p:nvCxnSpPr>
              <p:cNvPr id="312" name="직선 연결선 186">
                <a:extLst>
                  <a:ext uri="{FF2B5EF4-FFF2-40B4-BE49-F238E27FC236}">
                    <a16:creationId xmlns:a16="http://schemas.microsoft.com/office/drawing/2014/main" id="{903599FD-A939-49F3-9B74-E9DD007BE7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2107636"/>
                <a:ext cx="7828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4" name="직선 연결선 178">
                <a:extLst>
                  <a:ext uri="{FF2B5EF4-FFF2-40B4-BE49-F238E27FC236}">
                    <a16:creationId xmlns:a16="http://schemas.microsoft.com/office/drawing/2014/main" id="{A44ACCA4-D26C-421E-8F8B-AA26EC1976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8656" y="18505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5" name="직선 연결선 180">
                <a:extLst>
                  <a:ext uri="{FF2B5EF4-FFF2-40B4-BE49-F238E27FC236}">
                    <a16:creationId xmlns:a16="http://schemas.microsoft.com/office/drawing/2014/main" id="{9220D9AF-1930-48F5-AEAF-9C5D3A7AE0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505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6" name="직선 연결선 186">
                <a:extLst>
                  <a:ext uri="{FF2B5EF4-FFF2-40B4-BE49-F238E27FC236}">
                    <a16:creationId xmlns:a16="http://schemas.microsoft.com/office/drawing/2014/main" id="{D5A0A4BD-E80E-4637-A01A-FD72690595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4624" y="2114884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7" name="직선 연결선 177">
                <a:extLst>
                  <a:ext uri="{FF2B5EF4-FFF2-40B4-BE49-F238E27FC236}">
                    <a16:creationId xmlns:a16="http://schemas.microsoft.com/office/drawing/2014/main" id="{0AD09585-21EA-46EC-A6D1-A206AF9B5D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8" name="직선 연결선 178">
                <a:extLst>
                  <a:ext uri="{FF2B5EF4-FFF2-40B4-BE49-F238E27FC236}">
                    <a16:creationId xmlns:a16="http://schemas.microsoft.com/office/drawing/2014/main" id="{43EAE4D2-99A0-4585-ABA4-4B8B86494E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9" name="직선 연결선 180">
                <a:extLst>
                  <a:ext uri="{FF2B5EF4-FFF2-40B4-BE49-F238E27FC236}">
                    <a16:creationId xmlns:a16="http://schemas.microsoft.com/office/drawing/2014/main" id="{B4F2C8C9-CAE8-42EC-A4B5-2D5DC54713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0" name="직선 연결선 186">
                <a:extLst>
                  <a:ext uri="{FF2B5EF4-FFF2-40B4-BE49-F238E27FC236}">
                    <a16:creationId xmlns:a16="http://schemas.microsoft.com/office/drawing/2014/main" id="{D286FBD7-DC7D-4C64-B84C-F6CFF8F892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2107636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" name="직선 연결선 178">
                <a:extLst>
                  <a:ext uri="{FF2B5EF4-FFF2-40B4-BE49-F238E27FC236}">
                    <a16:creationId xmlns:a16="http://schemas.microsoft.com/office/drawing/2014/main" id="{78077D19-AE60-4D0E-8B57-CDAD61A781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4202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43F95C3-82EF-448F-A8FC-BABBA4EF65E1}"/>
                </a:ext>
              </a:extLst>
            </p:cNvPr>
            <p:cNvGrpSpPr/>
            <p:nvPr/>
          </p:nvGrpSpPr>
          <p:grpSpPr>
            <a:xfrm>
              <a:off x="8214432" y="2733491"/>
              <a:ext cx="2886298" cy="492122"/>
              <a:chOff x="8214432" y="2701928"/>
              <a:chExt cx="2886298" cy="492122"/>
            </a:xfrm>
          </p:grpSpPr>
          <p:cxnSp>
            <p:nvCxnSpPr>
              <p:cNvPr id="411" name="직선 연결선 186">
                <a:extLst>
                  <a:ext uri="{FF2B5EF4-FFF2-40B4-BE49-F238E27FC236}">
                    <a16:creationId xmlns:a16="http://schemas.microsoft.com/office/drawing/2014/main" id="{47DA2B12-F962-484C-A396-FBF89AA268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4432" y="3169028"/>
                <a:ext cx="786751" cy="186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2" name="직선 연결선 178">
                <a:extLst>
                  <a:ext uri="{FF2B5EF4-FFF2-40B4-BE49-F238E27FC236}">
                    <a16:creationId xmlns:a16="http://schemas.microsoft.com/office/drawing/2014/main" id="{40E8BC3F-26FE-4AA6-AB58-E91C3F4CB4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9388656" y="2710415"/>
                <a:ext cx="5968" cy="4676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3" name="직선 연결선 180">
                <a:extLst>
                  <a:ext uri="{FF2B5EF4-FFF2-40B4-BE49-F238E27FC236}">
                    <a16:creationId xmlns:a16="http://schemas.microsoft.com/office/drawing/2014/main" id="{D7E1D3AB-28C3-4BBA-B4E3-78F6E879C3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" name="직선 연결선 186">
                <a:extLst>
                  <a:ext uri="{FF2B5EF4-FFF2-40B4-BE49-F238E27FC236}">
                    <a16:creationId xmlns:a16="http://schemas.microsoft.com/office/drawing/2014/main" id="{EB676CE1-F8DE-49A8-B0F7-47CCD166DD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0757" y="3178098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5" name="직선 연결선 177">
                <a:extLst>
                  <a:ext uri="{FF2B5EF4-FFF2-40B4-BE49-F238E27FC236}">
                    <a16:creationId xmlns:a16="http://schemas.microsoft.com/office/drawing/2014/main" id="{7DDC3201-6710-454D-898A-88CCA08048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6" name="직선 연결선 178">
                <a:extLst>
                  <a:ext uri="{FF2B5EF4-FFF2-40B4-BE49-F238E27FC236}">
                    <a16:creationId xmlns:a16="http://schemas.microsoft.com/office/drawing/2014/main" id="{04451006-56FD-4C4D-ABF0-B367C4303D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7" name="직선 연결선 180">
                <a:extLst>
                  <a:ext uri="{FF2B5EF4-FFF2-40B4-BE49-F238E27FC236}">
                    <a16:creationId xmlns:a16="http://schemas.microsoft.com/office/drawing/2014/main" id="{E25BB624-B53E-4C51-A0BF-EBE778828B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8" name="직선 연결선 186">
                <a:extLst>
                  <a:ext uri="{FF2B5EF4-FFF2-40B4-BE49-F238E27FC236}">
                    <a16:creationId xmlns:a16="http://schemas.microsoft.com/office/drawing/2014/main" id="{61488E8F-3AF2-4350-915E-30736F8F30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9688" y="3185939"/>
                <a:ext cx="611042" cy="1761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9" name="직선 연결선 178">
                <a:extLst>
                  <a:ext uri="{FF2B5EF4-FFF2-40B4-BE49-F238E27FC236}">
                    <a16:creationId xmlns:a16="http://schemas.microsoft.com/office/drawing/2014/main" id="{E2494B8D-7574-4C6D-A5B6-45D0DBC2D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0CD62BCE-668B-4669-A9D3-114D65E5278B}"/>
                </a:ext>
              </a:extLst>
            </p:cNvPr>
            <p:cNvGrpSpPr/>
            <p:nvPr/>
          </p:nvGrpSpPr>
          <p:grpSpPr>
            <a:xfrm>
              <a:off x="8214432" y="2171521"/>
              <a:ext cx="2403449" cy="492122"/>
              <a:chOff x="8764959" y="2701928"/>
              <a:chExt cx="2403449" cy="492122"/>
            </a:xfrm>
          </p:grpSpPr>
          <p:cxnSp>
            <p:nvCxnSpPr>
              <p:cNvPr id="421" name="직선 연결선 186">
                <a:extLst>
                  <a:ext uri="{FF2B5EF4-FFF2-40B4-BE49-F238E27FC236}">
                    <a16:creationId xmlns:a16="http://schemas.microsoft.com/office/drawing/2014/main" id="{1FF0E647-CF01-419E-8DC3-2028DE93BD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64959" y="3168513"/>
                <a:ext cx="236224" cy="23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2" name="직선 연결선 178">
                <a:extLst>
                  <a:ext uri="{FF2B5EF4-FFF2-40B4-BE49-F238E27FC236}">
                    <a16:creationId xmlns:a16="http://schemas.microsoft.com/office/drawing/2014/main" id="{11E2FEB9-679C-4343-AB7E-8DA213D8E7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82306" y="2707240"/>
                <a:ext cx="0" cy="465874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3" name="직선 연결선 180">
                <a:extLst>
                  <a:ext uri="{FF2B5EF4-FFF2-40B4-BE49-F238E27FC236}">
                    <a16:creationId xmlns:a16="http://schemas.microsoft.com/office/drawing/2014/main" id="{5D964739-D75A-40C9-B41B-B1FC5AF478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4" name="직선 연결선 186">
                <a:extLst>
                  <a:ext uri="{FF2B5EF4-FFF2-40B4-BE49-F238E27FC236}">
                    <a16:creationId xmlns:a16="http://schemas.microsoft.com/office/drawing/2014/main" id="{3371CA6A-2533-488C-9ECF-B33507C133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7582" y="3174923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5" name="직선 연결선 177">
                <a:extLst>
                  <a:ext uri="{FF2B5EF4-FFF2-40B4-BE49-F238E27FC236}">
                    <a16:creationId xmlns:a16="http://schemas.microsoft.com/office/drawing/2014/main" id="{5FDE0253-CA0B-4AA4-8720-52F553623D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6" name="직선 연결선 178">
                <a:extLst>
                  <a:ext uri="{FF2B5EF4-FFF2-40B4-BE49-F238E27FC236}">
                    <a16:creationId xmlns:a16="http://schemas.microsoft.com/office/drawing/2014/main" id="{7676FF81-82EB-4813-AEA9-0B2822DA4B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7" name="직선 연결선 180">
                <a:extLst>
                  <a:ext uri="{FF2B5EF4-FFF2-40B4-BE49-F238E27FC236}">
                    <a16:creationId xmlns:a16="http://schemas.microsoft.com/office/drawing/2014/main" id="{AFB5E75A-58FE-45DF-98E4-1966B3EB91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8" name="직선 연결선 186">
                <a:extLst>
                  <a:ext uri="{FF2B5EF4-FFF2-40B4-BE49-F238E27FC236}">
                    <a16:creationId xmlns:a16="http://schemas.microsoft.com/office/drawing/2014/main" id="{2C4351C4-3088-4D0C-AD29-41EBC3DBDD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9688" y="3185939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9" name="직선 연결선 178">
                <a:extLst>
                  <a:ext uri="{FF2B5EF4-FFF2-40B4-BE49-F238E27FC236}">
                    <a16:creationId xmlns:a16="http://schemas.microsoft.com/office/drawing/2014/main" id="{6AC81894-1452-4683-89DD-48C0C41846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33" name="직선 연결선 177">
              <a:extLst>
                <a:ext uri="{FF2B5EF4-FFF2-40B4-BE49-F238E27FC236}">
                  <a16:creationId xmlns:a16="http://schemas.microsoft.com/office/drawing/2014/main" id="{F1B968A3-A8ED-42EB-A67A-CB63DAFF3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614063" y="2167308"/>
              <a:ext cx="3886" cy="48501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4" name="직선 연결선 178">
              <a:extLst>
                <a:ext uri="{FF2B5EF4-FFF2-40B4-BE49-F238E27FC236}">
                  <a16:creationId xmlns:a16="http://schemas.microsoft.com/office/drawing/2014/main" id="{E0C10863-E2D4-418D-A528-37BFBA7C8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986463" y="2175953"/>
              <a:ext cx="3753" cy="47866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5" name="직선 연결선 180">
              <a:extLst>
                <a:ext uri="{FF2B5EF4-FFF2-40B4-BE49-F238E27FC236}">
                  <a16:creationId xmlns:a16="http://schemas.microsoft.com/office/drawing/2014/main" id="{DDE07649-697B-44C4-ACBF-77955455E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610887" y="2176833"/>
              <a:ext cx="368380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6" name="직선 연결선 186">
              <a:extLst>
                <a:ext uri="{FF2B5EF4-FFF2-40B4-BE49-F238E27FC236}">
                  <a16:creationId xmlns:a16="http://schemas.microsoft.com/office/drawing/2014/main" id="{E0B5A30F-0823-4012-835C-887878E80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982442" y="2647383"/>
              <a:ext cx="144197" cy="30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FAF7F0E1-1308-476A-B4DD-2C2470088447}"/>
                </a:ext>
              </a:extLst>
            </p:cNvPr>
            <p:cNvGrpSpPr/>
            <p:nvPr/>
          </p:nvGrpSpPr>
          <p:grpSpPr>
            <a:xfrm rot="10800000" flipH="1">
              <a:off x="8278296" y="1161482"/>
              <a:ext cx="2704979" cy="4726074"/>
              <a:chOff x="6064177" y="2332770"/>
              <a:chExt cx="2254149" cy="2543320"/>
            </a:xfrm>
          </p:grpSpPr>
          <p:cxnSp>
            <p:nvCxnSpPr>
              <p:cNvPr id="471" name="직선 연결선 123">
                <a:extLst>
                  <a:ext uri="{FF2B5EF4-FFF2-40B4-BE49-F238E27FC236}">
                    <a16:creationId xmlns:a16="http://schemas.microsoft.com/office/drawing/2014/main" id="{FCAE209C-CABE-45FC-84DB-B7555019C7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64177" y="235609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2" name="직선 연결선 129">
                <a:extLst>
                  <a:ext uri="{FF2B5EF4-FFF2-40B4-BE49-F238E27FC236}">
                    <a16:creationId xmlns:a16="http://schemas.microsoft.com/office/drawing/2014/main" id="{65F3DEF9-B18A-42FE-A27C-D9861D384D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0830" y="235608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3" name="직선 연결선 130">
                <a:extLst>
                  <a:ext uri="{FF2B5EF4-FFF2-40B4-BE49-F238E27FC236}">
                    <a16:creationId xmlns:a16="http://schemas.microsoft.com/office/drawing/2014/main" id="{F8BF0A36-4C80-4B40-8701-01D711F7EE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16518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4" name="직선 연결선 131">
                <a:extLst>
                  <a:ext uri="{FF2B5EF4-FFF2-40B4-BE49-F238E27FC236}">
                    <a16:creationId xmlns:a16="http://schemas.microsoft.com/office/drawing/2014/main" id="{42193C39-F9C9-42B6-8E9A-E5EB6F7032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666583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5" name="직선 연결선 140">
                <a:extLst>
                  <a:ext uri="{FF2B5EF4-FFF2-40B4-BE49-F238E27FC236}">
                    <a16:creationId xmlns:a16="http://schemas.microsoft.com/office/drawing/2014/main" id="{510F6915-1EC8-412E-8B1D-34FBFDDD55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94986" y="2339748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6" name="직선 연결선 141">
                <a:extLst>
                  <a:ext uri="{FF2B5EF4-FFF2-40B4-BE49-F238E27FC236}">
                    <a16:creationId xmlns:a16="http://schemas.microsoft.com/office/drawing/2014/main" id="{7C1033CE-8B45-48E4-9CC6-81FFEF243B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119839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7" name="직선 연결선 146">
                <a:extLst>
                  <a:ext uri="{FF2B5EF4-FFF2-40B4-BE49-F238E27FC236}">
                    <a16:creationId xmlns:a16="http://schemas.microsoft.com/office/drawing/2014/main" id="{083FB1C3-9A2F-41AE-A2A9-E7C3C19A3D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452321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8" name="직선 연결선 155">
                <a:extLst>
                  <a:ext uri="{FF2B5EF4-FFF2-40B4-BE49-F238E27FC236}">
                    <a16:creationId xmlns:a16="http://schemas.microsoft.com/office/drawing/2014/main" id="{EAE5171F-B226-4F2C-9EBD-D42DF29C23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77287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9" name="직선 연결선 155">
                <a:extLst>
                  <a:ext uri="{FF2B5EF4-FFF2-40B4-BE49-F238E27FC236}">
                    <a16:creationId xmlns:a16="http://schemas.microsoft.com/office/drawing/2014/main" id="{771269AA-CE39-4BB6-A80C-C56FF7F009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13193" y="234478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0" name="직선 연결선 155">
                <a:extLst>
                  <a:ext uri="{FF2B5EF4-FFF2-40B4-BE49-F238E27FC236}">
                    <a16:creationId xmlns:a16="http://schemas.microsoft.com/office/drawing/2014/main" id="{376F6B70-414E-49CF-9467-251A9CEBBBF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18326" y="233277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1" name="직선 연결선 480">
                <a:extLst>
                  <a:ext uri="{FF2B5EF4-FFF2-40B4-BE49-F238E27FC236}">
                    <a16:creationId xmlns:a16="http://schemas.microsoft.com/office/drawing/2014/main" id="{A6E84082-C05F-406A-AFD7-AA8BFF1F5B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903877" y="233911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2" name="Text Box 240">
              <a:extLst>
                <a:ext uri="{FF2B5EF4-FFF2-40B4-BE49-F238E27FC236}">
                  <a16:creationId xmlns:a16="http://schemas.microsoft.com/office/drawing/2014/main" id="{C80DA9E9-C30B-4CBF-A58F-93C0931F3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54215" y="2286510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CKL1</a:t>
              </a:r>
            </a:p>
          </p:txBody>
        </p:sp>
        <p:sp>
          <p:nvSpPr>
            <p:cNvPr id="483" name="Text Box 240">
              <a:extLst>
                <a:ext uri="{FF2B5EF4-FFF2-40B4-BE49-F238E27FC236}">
                  <a16:creationId xmlns:a16="http://schemas.microsoft.com/office/drawing/2014/main" id="{9C4DCDDA-92A1-4F56-8853-125CAA70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78631" y="2886849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CKL2</a:t>
              </a:r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266317D2-35DC-47AB-BF11-B9A27267DF6A}"/>
              </a:ext>
            </a:extLst>
          </p:cNvPr>
          <p:cNvSpPr txBox="1"/>
          <p:nvPr/>
        </p:nvSpPr>
        <p:spPr>
          <a:xfrm flipH="1">
            <a:off x="3959314" y="30949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T9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7BCE1C0-7713-4163-94CA-9461E16793ED}"/>
              </a:ext>
            </a:extLst>
          </p:cNvPr>
          <p:cNvSpPr txBox="1"/>
          <p:nvPr/>
        </p:nvSpPr>
        <p:spPr>
          <a:xfrm flipH="1">
            <a:off x="3071552" y="3248595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T10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8B143056-6F13-4EF0-ADFC-45134A261AD5}"/>
              </a:ext>
            </a:extLst>
          </p:cNvPr>
          <p:cNvSpPr txBox="1"/>
          <p:nvPr/>
        </p:nvSpPr>
        <p:spPr>
          <a:xfrm flipH="1">
            <a:off x="1502550" y="3744857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T2_2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51B340C-E72C-4E56-965B-BCC5BF693D14}"/>
              </a:ext>
            </a:extLst>
          </p:cNvPr>
          <p:cNvSpPr txBox="1"/>
          <p:nvPr/>
        </p:nvSpPr>
        <p:spPr>
          <a:xfrm flipH="1">
            <a:off x="1974714" y="41447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T2_3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BBB9D935-C5E9-4AEC-B5ED-B6387A3D56F8}"/>
              </a:ext>
            </a:extLst>
          </p:cNvPr>
          <p:cNvSpPr/>
          <p:nvPr/>
        </p:nvSpPr>
        <p:spPr>
          <a:xfrm>
            <a:off x="8430568" y="889423"/>
            <a:ext cx="375580" cy="4939496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A02E9AFD-C6A4-44A1-B475-70FCBE1D11E2}"/>
              </a:ext>
            </a:extLst>
          </p:cNvPr>
          <p:cNvSpPr txBox="1"/>
          <p:nvPr/>
        </p:nvSpPr>
        <p:spPr>
          <a:xfrm>
            <a:off x="8429379" y="858941"/>
            <a:ext cx="38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(1)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96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5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EF47A-646B-4F8F-8522-F189F7604BBE}"/>
              </a:ext>
            </a:extLst>
          </p:cNvPr>
          <p:cNvSpPr txBox="1"/>
          <p:nvPr/>
        </p:nvSpPr>
        <p:spPr>
          <a:xfrm>
            <a:off x="380990" y="125122"/>
            <a:ext cx="9080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Scan Driver </a:t>
            </a:r>
            <a:r>
              <a:rPr lang="ko-KR" altLang="en-US" sz="3200" b="1" dirty="0">
                <a:latin typeface="+mj-ea"/>
                <a:ea typeface="+mj-ea"/>
              </a:rPr>
              <a:t>동작과정 </a:t>
            </a:r>
            <a:r>
              <a:rPr lang="en-US" altLang="ko-KR" sz="3200" b="1" dirty="0">
                <a:latin typeface="+mj-ea"/>
                <a:ea typeface="+mj-ea"/>
              </a:rPr>
              <a:t>(2)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BE6B47DC-F1CF-466D-AE84-795D89E46F7D}"/>
              </a:ext>
            </a:extLst>
          </p:cNvPr>
          <p:cNvGrpSpPr/>
          <p:nvPr/>
        </p:nvGrpSpPr>
        <p:grpSpPr>
          <a:xfrm>
            <a:off x="274049" y="863743"/>
            <a:ext cx="5256474" cy="4524397"/>
            <a:chOff x="6143908" y="1707350"/>
            <a:chExt cx="5256474" cy="4524397"/>
          </a:xfrm>
        </p:grpSpPr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552F03AF-7C49-4F7D-AD43-69DE2F22B52B}"/>
                </a:ext>
              </a:extLst>
            </p:cNvPr>
            <p:cNvGrpSpPr/>
            <p:nvPr/>
          </p:nvGrpSpPr>
          <p:grpSpPr>
            <a:xfrm rot="10800000" flipH="1">
              <a:off x="6890738" y="2653731"/>
              <a:ext cx="232254" cy="194158"/>
              <a:chOff x="1480270" y="4149080"/>
              <a:chExt cx="216024" cy="216024"/>
            </a:xfrm>
          </p:grpSpPr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9E7655E6-D59A-4B41-88CA-4BACBA08452A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24A18056-7D2F-4B9A-9ADA-00251B0709F1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3" name="직선 연결선 282">
                <a:extLst>
                  <a:ext uri="{FF2B5EF4-FFF2-40B4-BE49-F238E27FC236}">
                    <a16:creationId xmlns:a16="http://schemas.microsoft.com/office/drawing/2014/main" id="{64394147-EB98-43D1-9FA0-D0F5CEE5ABAF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E3E85504-A890-45B0-8E81-3D344C5152CB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60085238-59E0-4E32-B8E9-BF98042CEB23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7868180" y="19686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73935191-D493-46AC-AA24-CB71997AA2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5505" y="4721225"/>
              <a:ext cx="13632" cy="108539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5701E356-9484-4139-9782-9A2C62720C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11096462" y="2225059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5680024-CF8C-4D07-90EF-E37BCAC184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6071" y="4624086"/>
              <a:ext cx="3233528" cy="728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F4A77E67-CAD8-4FEE-8956-F98298E5C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46" y="2835972"/>
              <a:ext cx="2341" cy="1561581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BE9BE195-8532-49D3-8837-AB7F68B92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2662" y="1968691"/>
              <a:ext cx="1440" cy="40300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DA404157-2338-40C7-A692-F9FFFFFC2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598" y="4709392"/>
              <a:ext cx="11763" cy="82405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AA6AA735-EDE2-464C-935B-BC3BBE59DAFE}"/>
                </a:ext>
              </a:extLst>
            </p:cNvPr>
            <p:cNvCxnSpPr/>
            <p:nvPr/>
          </p:nvCxnSpPr>
          <p:spPr>
            <a:xfrm rot="10800000">
              <a:off x="10674946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DE18D1A-66A6-440E-9472-47F8E5F17D89}"/>
                </a:ext>
              </a:extLst>
            </p:cNvPr>
            <p:cNvCxnSpPr/>
            <p:nvPr/>
          </p:nvCxnSpPr>
          <p:spPr>
            <a:xfrm rot="10800000">
              <a:off x="10597529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7A70E147-89EF-4C09-AD39-2C70393BFDF1}"/>
                </a:ext>
              </a:extLst>
            </p:cNvPr>
            <p:cNvCxnSpPr/>
            <p:nvPr/>
          </p:nvCxnSpPr>
          <p:spPr>
            <a:xfrm rot="10800000">
              <a:off x="10693039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0F95E1D-3E85-47F3-9F07-9A89412D8FE0}"/>
                </a:ext>
              </a:extLst>
            </p:cNvPr>
            <p:cNvCxnSpPr/>
            <p:nvPr/>
          </p:nvCxnSpPr>
          <p:spPr>
            <a:xfrm rot="10800000">
              <a:off x="10615621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D2E0C5EC-C9E2-45BB-933E-6FA1CC1809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74946" y="3523452"/>
              <a:ext cx="42151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8FDDCFB0-6F51-4CF8-88A8-C3BE93DA68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17238" y="3523452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FCF4BA83-38F4-45A5-AB59-09F6FC4B63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85338" y="4989053"/>
              <a:ext cx="4046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29B6599-35BC-4AA1-8680-07CC367652E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989053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C6342233-DC65-47BA-8375-929ED5BC33B5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618006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6FD8929-FFAE-4099-8689-F9A695763C44}"/>
                </a:ext>
              </a:extLst>
            </p:cNvPr>
            <p:cNvSpPr txBox="1"/>
            <p:nvPr/>
          </p:nvSpPr>
          <p:spPr>
            <a:xfrm flipH="1">
              <a:off x="9799530" y="340568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T4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0721EB1-60DA-461C-A1BB-2AD71B4BA095}"/>
                </a:ext>
              </a:extLst>
            </p:cNvPr>
            <p:cNvSpPr txBox="1"/>
            <p:nvPr/>
          </p:nvSpPr>
          <p:spPr>
            <a:xfrm flipH="1">
              <a:off x="6921283" y="457360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9A04493-6D83-4006-9733-8A1395B9D5B7}"/>
                </a:ext>
              </a:extLst>
            </p:cNvPr>
            <p:cNvSpPr txBox="1"/>
            <p:nvPr/>
          </p:nvSpPr>
          <p:spPr>
            <a:xfrm flipH="1">
              <a:off x="6211532" y="261467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A0AD504-DB81-4FB6-AC82-55018CB364D3}"/>
                </a:ext>
              </a:extLst>
            </p:cNvPr>
            <p:cNvSpPr txBox="1"/>
            <p:nvPr/>
          </p:nvSpPr>
          <p:spPr>
            <a:xfrm flipH="1">
              <a:off x="10867203" y="197979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BDF97308-D56B-42E9-9040-2EF85D178A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7262" y="3544184"/>
              <a:ext cx="7153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8E1891A-07BA-4E45-AFF2-8A9664C53F5E}"/>
                </a:ext>
              </a:extLst>
            </p:cNvPr>
            <p:cNvSpPr txBox="1"/>
            <p:nvPr/>
          </p:nvSpPr>
          <p:spPr>
            <a:xfrm flipH="1">
              <a:off x="10029358" y="460614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7CA3A1-9AE3-4677-A3EF-925E9F28D748}"/>
                </a:ext>
              </a:extLst>
            </p:cNvPr>
            <p:cNvSpPr txBox="1"/>
            <p:nvPr/>
          </p:nvSpPr>
          <p:spPr>
            <a:xfrm flipH="1">
              <a:off x="10817889" y="5954748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D8C8D53-479E-4619-B4F2-2857CE8D65F9}"/>
                </a:ext>
              </a:extLst>
            </p:cNvPr>
            <p:cNvSpPr/>
            <p:nvPr/>
          </p:nvSpPr>
          <p:spPr>
            <a:xfrm rot="10800000" flipH="1">
              <a:off x="11000921" y="5809933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F5CD205-6021-4416-B104-3D3FF836A320}"/>
                </a:ext>
              </a:extLst>
            </p:cNvPr>
            <p:cNvSpPr txBox="1"/>
            <p:nvPr/>
          </p:nvSpPr>
          <p:spPr>
            <a:xfrm flipH="1">
              <a:off x="6742622" y="2010618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C8F67BE-792A-437E-B3F0-B347982F3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096462" y="3971287"/>
              <a:ext cx="229258" cy="126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93C7148-B99D-462C-84A3-BF90A6CD4DBC}"/>
                </a:ext>
              </a:extLst>
            </p:cNvPr>
            <p:cNvSpPr txBox="1"/>
            <p:nvPr/>
          </p:nvSpPr>
          <p:spPr>
            <a:xfrm flipH="1">
              <a:off x="10463178" y="5093068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651AC5C-A8C8-4448-860B-91DA7FCC42A3}"/>
                </a:ext>
              </a:extLst>
            </p:cNvPr>
            <p:cNvSpPr txBox="1"/>
            <p:nvPr/>
          </p:nvSpPr>
          <p:spPr>
            <a:xfrm flipH="1">
              <a:off x="10442630" y="361676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1BA21618-36F7-4B82-A3C3-3C31235ED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942" y="2311600"/>
              <a:ext cx="0" cy="34488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B23B41BB-4B38-493C-BD90-FD8A59A860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8515" y="2750044"/>
              <a:ext cx="219175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C5F2618D-7C82-4EF8-B7A3-7ACCF46224C2}"/>
                </a:ext>
              </a:extLst>
            </p:cNvPr>
            <p:cNvCxnSpPr/>
            <p:nvPr/>
          </p:nvCxnSpPr>
          <p:spPr>
            <a:xfrm>
              <a:off x="8006477" y="236779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46D94054-C6E8-4BDC-AC00-451FAB3B2FEB}"/>
                </a:ext>
              </a:extLst>
            </p:cNvPr>
            <p:cNvCxnSpPr/>
            <p:nvPr/>
          </p:nvCxnSpPr>
          <p:spPr>
            <a:xfrm>
              <a:off x="8161313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BA12A555-03C9-48BB-BB5E-5C8E543912D3}"/>
                </a:ext>
              </a:extLst>
            </p:cNvPr>
            <p:cNvCxnSpPr/>
            <p:nvPr/>
          </p:nvCxnSpPr>
          <p:spPr>
            <a:xfrm flipH="1">
              <a:off x="8006477" y="25619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6E3CDFFB-4E06-4282-AE3B-8BEB35FB81CD}"/>
                </a:ext>
              </a:extLst>
            </p:cNvPr>
            <p:cNvCxnSpPr/>
            <p:nvPr/>
          </p:nvCxnSpPr>
          <p:spPr>
            <a:xfrm>
              <a:off x="8238731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27FC1E6-D2DD-4590-96E6-4E2EEFBEBBF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45662" y="2462498"/>
              <a:ext cx="12321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1882868-F8D4-4BC3-BD84-19E75DE7FCC4}"/>
                </a:ext>
              </a:extLst>
            </p:cNvPr>
            <p:cNvSpPr txBox="1"/>
            <p:nvPr/>
          </p:nvSpPr>
          <p:spPr>
            <a:xfrm flipH="1">
              <a:off x="8330752" y="2329772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30C21D1D-67C3-4FC2-9562-9EA7FEDB9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9400" y="2552192"/>
              <a:ext cx="0" cy="56709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A9E07819-60B9-4895-99B1-E38E06A15D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4862" y="3170654"/>
              <a:ext cx="37458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25821FEE-1E6B-466D-9F59-D8066B307646}"/>
                </a:ext>
              </a:extLst>
            </p:cNvPr>
            <p:cNvCxnSpPr/>
            <p:nvPr/>
          </p:nvCxnSpPr>
          <p:spPr>
            <a:xfrm rot="10800000">
              <a:off x="10947017" y="3268511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1D3F2A57-B967-43D7-A271-1FB9E3FCF7B0}"/>
                </a:ext>
              </a:extLst>
            </p:cNvPr>
            <p:cNvCxnSpPr/>
            <p:nvPr/>
          </p:nvCxnSpPr>
          <p:spPr>
            <a:xfrm rot="10800000">
              <a:off x="10947017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34AC1D61-5BC4-4B36-A811-DF248DBC7A39}"/>
                </a:ext>
              </a:extLst>
            </p:cNvPr>
            <p:cNvCxnSpPr/>
            <p:nvPr/>
          </p:nvCxnSpPr>
          <p:spPr>
            <a:xfrm rot="10800000" flipH="1">
              <a:off x="10947017" y="30743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DA8BEEB2-16EE-4E66-843B-84B19F88395E}"/>
                </a:ext>
              </a:extLst>
            </p:cNvPr>
            <p:cNvCxnSpPr/>
            <p:nvPr/>
          </p:nvCxnSpPr>
          <p:spPr>
            <a:xfrm rot="10800000">
              <a:off x="10869599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97FA8609-ABC2-4F96-8ECC-0412462996F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21092" y="3169587"/>
              <a:ext cx="0" cy="35386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B36AF56D-5757-49E8-9AC2-04FF566703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6462" y="3258635"/>
              <a:ext cx="5391" cy="1281318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96F20F8-4D9D-482F-B3FF-16F279FCDE3F}"/>
                </a:ext>
              </a:extLst>
            </p:cNvPr>
            <p:cNvSpPr txBox="1"/>
            <p:nvPr/>
          </p:nvSpPr>
          <p:spPr>
            <a:xfrm flipH="1">
              <a:off x="7746823" y="2311600"/>
              <a:ext cx="26456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8BA90123-80D4-4739-91A0-D4CD79ED91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7826" y="4623887"/>
              <a:ext cx="45007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908EE3B-53CA-45B7-871C-624A0EADC5BE}"/>
                </a:ext>
              </a:extLst>
            </p:cNvPr>
            <p:cNvGrpSpPr/>
            <p:nvPr/>
          </p:nvGrpSpPr>
          <p:grpSpPr>
            <a:xfrm>
              <a:off x="7033285" y="4396713"/>
              <a:ext cx="194158" cy="232254"/>
              <a:chOff x="7033285" y="4396713"/>
              <a:chExt cx="194158" cy="232254"/>
            </a:xfrm>
          </p:grpSpPr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B707C238-6402-4FD2-ACF4-4BB653C63654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2FDF9995-DE19-4F89-9780-C9D7443D35F5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ED3AE372-0C1F-4E9B-AF41-C8A5ABD2D81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0BC1ED3A-9F20-49A9-A9DF-204DF66F538B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6579B77-C4F9-47BB-9394-A1173A173B1E}"/>
                </a:ext>
              </a:extLst>
            </p:cNvPr>
            <p:cNvSpPr txBox="1"/>
            <p:nvPr/>
          </p:nvSpPr>
          <p:spPr>
            <a:xfrm flipH="1">
              <a:off x="7067671" y="2622301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FED9B25-E427-4BA5-899D-9B9673AA5E90}"/>
                </a:ext>
              </a:extLst>
            </p:cNvPr>
            <p:cNvSpPr txBox="1"/>
            <p:nvPr/>
          </p:nvSpPr>
          <p:spPr>
            <a:xfrm flipH="1">
              <a:off x="6143908" y="448515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8FF45B49-21A2-4236-BEB3-4CAF7F43EAB1}"/>
                </a:ext>
              </a:extLst>
            </p:cNvPr>
            <p:cNvSpPr/>
            <p:nvPr/>
          </p:nvSpPr>
          <p:spPr>
            <a:xfrm>
              <a:off x="7104548" y="3139511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99F3B60-B7C1-4EC0-85B8-966D66666487}"/>
                </a:ext>
              </a:extLst>
            </p:cNvPr>
            <p:cNvSpPr txBox="1"/>
            <p:nvPr/>
          </p:nvSpPr>
          <p:spPr>
            <a:xfrm flipH="1">
              <a:off x="7191490" y="2896478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14935C1D-1EA9-48E8-B7C3-B66C71681D3E}"/>
                </a:ext>
              </a:extLst>
            </p:cNvPr>
            <p:cNvCxnSpPr/>
            <p:nvPr/>
          </p:nvCxnSpPr>
          <p:spPr>
            <a:xfrm rot="10800000">
              <a:off x="9752097" y="364212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41D04B5E-A557-4AC3-8384-E50AA4C87B31}"/>
                </a:ext>
              </a:extLst>
            </p:cNvPr>
            <p:cNvCxnSpPr/>
            <p:nvPr/>
          </p:nvCxnSpPr>
          <p:spPr>
            <a:xfrm rot="10800000">
              <a:off x="9752097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F8A8BF10-2BDF-4321-AE89-4E6031847A18}"/>
                </a:ext>
              </a:extLst>
            </p:cNvPr>
            <p:cNvCxnSpPr/>
            <p:nvPr/>
          </p:nvCxnSpPr>
          <p:spPr>
            <a:xfrm rot="10800000" flipH="1">
              <a:off x="9752097" y="3447962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6B5C986A-4EA2-440F-9D98-6FFCA75FA8E6}"/>
                </a:ext>
              </a:extLst>
            </p:cNvPr>
            <p:cNvCxnSpPr/>
            <p:nvPr/>
          </p:nvCxnSpPr>
          <p:spPr>
            <a:xfrm rot="10800000">
              <a:off x="9674679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2E4A0F9E-609A-4DC8-92F3-C637020B6A59}"/>
                </a:ext>
              </a:extLst>
            </p:cNvPr>
            <p:cNvCxnSpPr/>
            <p:nvPr/>
          </p:nvCxnSpPr>
          <p:spPr>
            <a:xfrm rot="10800000">
              <a:off x="9751998" y="471584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BC8AF792-538D-4193-9C89-7384F95458D4}"/>
                </a:ext>
              </a:extLst>
            </p:cNvPr>
            <p:cNvCxnSpPr/>
            <p:nvPr/>
          </p:nvCxnSpPr>
          <p:spPr>
            <a:xfrm rot="10800000">
              <a:off x="9751998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8710015C-D31B-4EFD-975E-C72CB6BDBB3C}"/>
                </a:ext>
              </a:extLst>
            </p:cNvPr>
            <p:cNvCxnSpPr/>
            <p:nvPr/>
          </p:nvCxnSpPr>
          <p:spPr>
            <a:xfrm rot="10800000" flipH="1">
              <a:off x="9751998" y="452168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5E117586-9E84-487D-B733-E7F86C450540}"/>
                </a:ext>
              </a:extLst>
            </p:cNvPr>
            <p:cNvCxnSpPr/>
            <p:nvPr/>
          </p:nvCxnSpPr>
          <p:spPr>
            <a:xfrm rot="10800000">
              <a:off x="9674580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3FF23104-11FB-4E84-ACF4-6789F990A4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9400" y="3250689"/>
              <a:ext cx="15281" cy="15276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96947C83-5524-4CB7-8258-E3881D7BFA80}"/>
                </a:ext>
              </a:extLst>
            </p:cNvPr>
            <p:cNvSpPr/>
            <p:nvPr/>
          </p:nvSpPr>
          <p:spPr>
            <a:xfrm>
              <a:off x="8005499" y="4591586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3B9BAFAC-11BF-4200-959C-E2030183FC5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906933" y="3175973"/>
              <a:ext cx="0" cy="277262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15870C85-5B2D-4B03-8419-4474A2F011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6933" y="364208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20B5C1FF-15B1-4C0A-8430-CA68D0EB652E}"/>
                </a:ext>
              </a:extLst>
            </p:cNvPr>
            <p:cNvGrpSpPr/>
            <p:nvPr/>
          </p:nvGrpSpPr>
          <p:grpSpPr>
            <a:xfrm>
              <a:off x="9672102" y="3977298"/>
              <a:ext cx="245981" cy="194158"/>
              <a:chOff x="8475102" y="3459120"/>
              <a:chExt cx="232254" cy="194158"/>
            </a:xfrm>
          </p:grpSpPr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EE26FFC1-B6A2-4539-B3B0-B39326C194CC}"/>
                  </a:ext>
                </a:extLst>
              </p:cNvPr>
              <p:cNvCxnSpPr/>
              <p:nvPr/>
            </p:nvCxnSpPr>
            <p:spPr>
              <a:xfrm rot="10800000">
                <a:off x="8552520" y="3653278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4" name="직선 연결선 273">
                <a:extLst>
                  <a:ext uri="{FF2B5EF4-FFF2-40B4-BE49-F238E27FC236}">
                    <a16:creationId xmlns:a16="http://schemas.microsoft.com/office/drawing/2014/main" id="{ED48ED74-37A3-4D72-80BE-B91DA695FEB9}"/>
                  </a:ext>
                </a:extLst>
              </p:cNvPr>
              <p:cNvCxnSpPr/>
              <p:nvPr/>
            </p:nvCxnSpPr>
            <p:spPr>
              <a:xfrm rot="10800000">
                <a:off x="8552520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6D21971B-0931-4CC0-8DB6-E32EDB5B1B47}"/>
                  </a:ext>
                </a:extLst>
              </p:cNvPr>
              <p:cNvCxnSpPr/>
              <p:nvPr/>
            </p:nvCxnSpPr>
            <p:spPr>
              <a:xfrm rot="10800000" flipH="1">
                <a:off x="8552520" y="3459120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FEE53DD7-746F-4A87-B51F-71056CB77385}"/>
                  </a:ext>
                </a:extLst>
              </p:cNvPr>
              <p:cNvCxnSpPr/>
              <p:nvPr/>
            </p:nvCxnSpPr>
            <p:spPr>
              <a:xfrm rot="10800000">
                <a:off x="8475102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6BD507B-92ED-4A7C-A6CA-071A2A6F7870}"/>
                </a:ext>
              </a:extLst>
            </p:cNvPr>
            <p:cNvSpPr txBox="1"/>
            <p:nvPr/>
          </p:nvSpPr>
          <p:spPr>
            <a:xfrm flipH="1">
              <a:off x="9168730" y="340798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CKL2</a:t>
              </a:r>
              <a:endParaRPr lang="ko-KR" altLang="en-US" sz="1200" b="1" kern="0" dirty="0"/>
            </a:p>
          </p:txBody>
        </p: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FF9AD76E-21CE-4992-8EA2-098B43D31A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37339" y="4080759"/>
              <a:ext cx="41797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60AD4585-8932-4E40-BB70-892F9178D0D8}"/>
                </a:ext>
              </a:extLst>
            </p:cNvPr>
            <p:cNvGrpSpPr/>
            <p:nvPr/>
          </p:nvGrpSpPr>
          <p:grpSpPr>
            <a:xfrm>
              <a:off x="9043180" y="3864032"/>
              <a:ext cx="194158" cy="232254"/>
              <a:chOff x="9024782" y="3879419"/>
              <a:chExt cx="194158" cy="232254"/>
            </a:xfrm>
          </p:grpSpPr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D40CF436-81AA-47B6-9105-670AA1A22170}"/>
                  </a:ext>
                </a:extLst>
              </p:cNvPr>
              <p:cNvCxnSpPr/>
              <p:nvPr/>
            </p:nvCxnSpPr>
            <p:spPr>
              <a:xfrm rot="16200000">
                <a:off x="8947364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61912EBD-54E8-4262-975E-34824667894D}"/>
                  </a:ext>
                </a:extLst>
              </p:cNvPr>
              <p:cNvCxnSpPr/>
              <p:nvPr/>
            </p:nvCxnSpPr>
            <p:spPr>
              <a:xfrm rot="16200000">
                <a:off x="9121861" y="3859758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22004B7D-273B-4255-A3B7-B5B07BD3ECA8}"/>
                  </a:ext>
                </a:extLst>
              </p:cNvPr>
              <p:cNvCxnSpPr/>
              <p:nvPr/>
            </p:nvCxnSpPr>
            <p:spPr>
              <a:xfrm rot="16200000" flipH="1">
                <a:off x="9141522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55E667B0-48E5-44B7-8778-AD20A87ED634}"/>
                  </a:ext>
                </a:extLst>
              </p:cNvPr>
              <p:cNvCxnSpPr/>
              <p:nvPr/>
            </p:nvCxnSpPr>
            <p:spPr>
              <a:xfrm rot="16200000">
                <a:off x="9121861" y="378234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FD0C10E8-F103-45EF-87ED-5F0D371F16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27226" y="3178703"/>
              <a:ext cx="4776" cy="6853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3EFB2D89-5A3F-4735-BE2B-D5F28A25AE6C}"/>
                </a:ext>
              </a:extLst>
            </p:cNvPr>
            <p:cNvSpPr/>
            <p:nvPr/>
          </p:nvSpPr>
          <p:spPr>
            <a:xfrm>
              <a:off x="9102833" y="3148215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94D5747-AC9F-4501-A6F0-D6B7EF85C290}"/>
                </a:ext>
              </a:extLst>
            </p:cNvPr>
            <p:cNvSpPr txBox="1"/>
            <p:nvPr/>
          </p:nvSpPr>
          <p:spPr>
            <a:xfrm flipH="1">
              <a:off x="10293561" y="2911646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CB1503FF-9309-4CB6-AD2F-9991EBE69DB1}"/>
                </a:ext>
              </a:extLst>
            </p:cNvPr>
            <p:cNvCxnSpPr/>
            <p:nvPr/>
          </p:nvCxnSpPr>
          <p:spPr>
            <a:xfrm rot="10800000">
              <a:off x="10941626" y="4726448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9E9BCF71-44DD-44CD-82D6-A864093F44CD}"/>
                </a:ext>
              </a:extLst>
            </p:cNvPr>
            <p:cNvCxnSpPr/>
            <p:nvPr/>
          </p:nvCxnSpPr>
          <p:spPr>
            <a:xfrm rot="10800000">
              <a:off x="10941626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79CF2179-BCEC-4578-8041-DC3854835D00}"/>
                </a:ext>
              </a:extLst>
            </p:cNvPr>
            <p:cNvCxnSpPr/>
            <p:nvPr/>
          </p:nvCxnSpPr>
          <p:spPr>
            <a:xfrm rot="10800000" flipH="1">
              <a:off x="10941626" y="453229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5BF954CF-61F3-4F9D-88C7-F77AC3745C98}"/>
                </a:ext>
              </a:extLst>
            </p:cNvPr>
            <p:cNvCxnSpPr/>
            <p:nvPr/>
          </p:nvCxnSpPr>
          <p:spPr>
            <a:xfrm rot="10800000">
              <a:off x="10864208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34" name="원호 233">
              <a:extLst>
                <a:ext uri="{FF2B5EF4-FFF2-40B4-BE49-F238E27FC236}">
                  <a16:creationId xmlns:a16="http://schemas.microsoft.com/office/drawing/2014/main" id="{2D1D7EA4-4E0C-4B52-81E7-ACA47A835BF6}"/>
                </a:ext>
              </a:extLst>
            </p:cNvPr>
            <p:cNvSpPr/>
            <p:nvPr/>
          </p:nvSpPr>
          <p:spPr>
            <a:xfrm rot="5114988">
              <a:off x="7930849" y="3110764"/>
              <a:ext cx="145087" cy="154314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5" name="원호 234">
              <a:extLst>
                <a:ext uri="{FF2B5EF4-FFF2-40B4-BE49-F238E27FC236}">
                  <a16:creationId xmlns:a16="http://schemas.microsoft.com/office/drawing/2014/main" id="{40DEEC28-2002-497F-A066-2752485F8E42}"/>
                </a:ext>
              </a:extLst>
            </p:cNvPr>
            <p:cNvSpPr/>
            <p:nvPr/>
          </p:nvSpPr>
          <p:spPr>
            <a:xfrm rot="21503946">
              <a:off x="7928371" y="3118585"/>
              <a:ext cx="154314" cy="145087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FA966B1-723D-472F-A74B-281D27977CDE}"/>
                </a:ext>
              </a:extLst>
            </p:cNvPr>
            <p:cNvSpPr txBox="1"/>
            <p:nvPr/>
          </p:nvSpPr>
          <p:spPr>
            <a:xfrm flipH="1">
              <a:off x="7728423" y="1707350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0A2168FC-BCF9-4BCC-9079-5A65A866A58D}"/>
                </a:ext>
              </a:extLst>
            </p:cNvPr>
            <p:cNvSpPr txBox="1"/>
            <p:nvPr/>
          </p:nvSpPr>
          <p:spPr>
            <a:xfrm flipH="1">
              <a:off x="9447169" y="46922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8F41BC70-C51B-420A-9C5C-267E299F5D12}"/>
                </a:ext>
              </a:extLst>
            </p:cNvPr>
            <p:cNvSpPr txBox="1"/>
            <p:nvPr/>
          </p:nvSpPr>
          <p:spPr>
            <a:xfrm flipH="1">
              <a:off x="10974476" y="3045859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T7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359D263-81B0-4BC6-BB72-0A647C5ED936}"/>
                </a:ext>
              </a:extLst>
            </p:cNvPr>
            <p:cNvSpPr txBox="1"/>
            <p:nvPr/>
          </p:nvSpPr>
          <p:spPr>
            <a:xfrm flipH="1">
              <a:off x="11034771" y="4501317"/>
              <a:ext cx="265040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5D997B70-B839-46EB-BFEA-891A4D1135A4}"/>
                </a:ext>
              </a:extLst>
            </p:cNvPr>
            <p:cNvSpPr/>
            <p:nvPr/>
          </p:nvSpPr>
          <p:spPr>
            <a:xfrm>
              <a:off x="10402543" y="3148304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B6350DD-DD29-431B-8FF3-DB56B6EF444A}"/>
                </a:ext>
              </a:extLst>
            </p:cNvPr>
            <p:cNvSpPr/>
            <p:nvPr/>
          </p:nvSpPr>
          <p:spPr>
            <a:xfrm>
              <a:off x="10407236" y="4604290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0D5FD0C5-DB9D-4B13-826C-9609CD13D1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2992" y="4187957"/>
              <a:ext cx="41600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C725ECE0-9D15-427A-BAB0-B7E7BF6227F4}"/>
                </a:ext>
              </a:extLst>
            </p:cNvPr>
            <p:cNvGrpSpPr/>
            <p:nvPr/>
          </p:nvGrpSpPr>
          <p:grpSpPr>
            <a:xfrm>
              <a:off x="7441913" y="4389974"/>
              <a:ext cx="194158" cy="232254"/>
              <a:chOff x="7033285" y="4396713"/>
              <a:chExt cx="194158" cy="232254"/>
            </a:xfrm>
          </p:grpSpPr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83259098-6FD4-4B08-890D-EE33A4D5A6EE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2B379528-9BEC-452C-B981-66D03E1F1A77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B7DC5D6C-9CAA-47C1-875A-FF2C39B2EE2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87426A7F-0325-40C1-9BB9-494BAA0BD67E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232E4A2-1F56-4353-AC7C-136FC0FB0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836" y="4177938"/>
              <a:ext cx="788" cy="21303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2C1C39C1-733F-417C-A852-A56C8E395D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20071" y="4626175"/>
              <a:ext cx="22016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AB113EE-37D3-477C-8F13-ED5F50FAAEA4}"/>
                </a:ext>
              </a:extLst>
            </p:cNvPr>
            <p:cNvGrpSpPr/>
            <p:nvPr/>
          </p:nvGrpSpPr>
          <p:grpSpPr>
            <a:xfrm>
              <a:off x="7931265" y="4786518"/>
              <a:ext cx="194158" cy="232254"/>
              <a:chOff x="7033285" y="4396713"/>
              <a:chExt cx="194158" cy="232254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38BFE57B-35CC-49E7-9F56-3D634217057C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35963ECB-C248-4442-AEE1-B6BB26D0EF86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8CDDA7C8-7BE8-40CD-8F09-193FC0113C5D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18865C16-B03C-4BAA-ACCF-C02D63AFFBF1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14B95FAE-0976-4A4D-94F4-E17EB94E80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5864" y="5022632"/>
              <a:ext cx="6229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29A3FDF-9104-4B7A-A130-F95FC076F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4478" y="4625408"/>
              <a:ext cx="0" cy="390983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89A031F-7E97-40F6-8A51-E8F8542F3FC7}"/>
                </a:ext>
              </a:extLst>
            </p:cNvPr>
            <p:cNvCxnSpPr/>
            <p:nvPr/>
          </p:nvCxnSpPr>
          <p:spPr>
            <a:xfrm rot="16200000">
              <a:off x="8214066" y="491793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50525FB4-C16F-4EC5-B289-1462B1E03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49" y="5010579"/>
              <a:ext cx="0" cy="51969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A449AFA-3EA4-4BEC-A8CC-781B40D18DAC}"/>
                </a:ext>
              </a:extLst>
            </p:cNvPr>
            <p:cNvSpPr/>
            <p:nvPr/>
          </p:nvSpPr>
          <p:spPr>
            <a:xfrm>
              <a:off x="7295570" y="460428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797B5A8C-3CEB-4699-AB6E-68AE49F39A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00174" y="5530271"/>
              <a:ext cx="2808963" cy="44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D8EB07E3-5534-47FF-98DB-2FB6D3355489}"/>
                </a:ext>
              </a:extLst>
            </p:cNvPr>
            <p:cNvSpPr/>
            <p:nvPr/>
          </p:nvSpPr>
          <p:spPr>
            <a:xfrm>
              <a:off x="9889598" y="5499782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F1641F3C-A22A-49EB-9A47-7F98C84A28F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9884" y="417753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72F4C593-3069-48BC-BA88-2ABB57DE8A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1651" y="4084818"/>
              <a:ext cx="191529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78B04D-1D06-4BBE-92EF-7BB318D86E02}"/>
                </a:ext>
              </a:extLst>
            </p:cNvPr>
            <p:cNvSpPr txBox="1"/>
            <p:nvPr/>
          </p:nvSpPr>
          <p:spPr>
            <a:xfrm flipH="1">
              <a:off x="8424343" y="393070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CKL1</a:t>
              </a:r>
              <a:endParaRPr lang="ko-KR" altLang="en-US" sz="1200" b="1" kern="0" dirty="0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F6CBD07A-9A26-4009-A415-3443FCB13866}"/>
              </a:ext>
            </a:extLst>
          </p:cNvPr>
          <p:cNvGrpSpPr/>
          <p:nvPr/>
        </p:nvGrpSpPr>
        <p:grpSpPr>
          <a:xfrm>
            <a:off x="7303318" y="1161482"/>
            <a:ext cx="3856903" cy="4726074"/>
            <a:chOff x="7303318" y="1161482"/>
            <a:chExt cx="3856903" cy="4726074"/>
          </a:xfrm>
        </p:grpSpPr>
        <p:sp>
          <p:nvSpPr>
            <p:cNvPr id="286" name="Text Box 240">
              <a:extLst>
                <a:ext uri="{FF2B5EF4-FFF2-40B4-BE49-F238E27FC236}">
                  <a16:creationId xmlns:a16="http://schemas.microsoft.com/office/drawing/2014/main" id="{05EB35A1-85ED-499C-AF13-FD1C106F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303318" y="3541884"/>
              <a:ext cx="88201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Scan[n-1]</a:t>
              </a:r>
            </a:p>
          </p:txBody>
        </p:sp>
        <p:sp>
          <p:nvSpPr>
            <p:cNvPr id="287" name="Text Box 240">
              <a:extLst>
                <a:ext uri="{FF2B5EF4-FFF2-40B4-BE49-F238E27FC236}">
                  <a16:creationId xmlns:a16="http://schemas.microsoft.com/office/drawing/2014/main" id="{05EB1D40-E31F-4C5F-B74B-DC7927509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29494" y="4317144"/>
              <a:ext cx="41719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</a:t>
              </a:r>
            </a:p>
          </p:txBody>
        </p:sp>
        <p:sp>
          <p:nvSpPr>
            <p:cNvPr id="291" name="Text Box 240">
              <a:extLst>
                <a:ext uri="{FF2B5EF4-FFF2-40B4-BE49-F238E27FC236}">
                  <a16:creationId xmlns:a16="http://schemas.microsoft.com/office/drawing/2014/main" id="{FD86B95B-B1D2-472D-BC33-124095A83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09034" y="1322380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CK1</a:t>
              </a:r>
            </a:p>
          </p:txBody>
        </p:sp>
        <p:sp>
          <p:nvSpPr>
            <p:cNvPr id="292" name="Text Box 240">
              <a:extLst>
                <a:ext uri="{FF2B5EF4-FFF2-40B4-BE49-F238E27FC236}">
                  <a16:creationId xmlns:a16="http://schemas.microsoft.com/office/drawing/2014/main" id="{2D68442C-1F3F-48C4-BEC9-8804DAD85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88502" y="1789849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CK2</a:t>
              </a:r>
            </a:p>
          </p:txBody>
        </p:sp>
        <p:grpSp>
          <p:nvGrpSpPr>
            <p:cNvPr id="444" name="그룹 443">
              <a:extLst>
                <a:ext uri="{FF2B5EF4-FFF2-40B4-BE49-F238E27FC236}">
                  <a16:creationId xmlns:a16="http://schemas.microsoft.com/office/drawing/2014/main" id="{CB25CE50-DD66-449F-9745-8D25606FA03D}"/>
                </a:ext>
              </a:extLst>
            </p:cNvPr>
            <p:cNvGrpSpPr/>
            <p:nvPr/>
          </p:nvGrpSpPr>
          <p:grpSpPr>
            <a:xfrm>
              <a:off x="8206522" y="1216499"/>
              <a:ext cx="2936932" cy="268238"/>
              <a:chOff x="8214432" y="1402015"/>
              <a:chExt cx="2936932" cy="268238"/>
            </a:xfrm>
          </p:grpSpPr>
          <p:cxnSp>
            <p:nvCxnSpPr>
              <p:cNvPr id="299" name="직선 연결선 186">
                <a:extLst>
                  <a:ext uri="{FF2B5EF4-FFF2-40B4-BE49-F238E27FC236}">
                    <a16:creationId xmlns:a16="http://schemas.microsoft.com/office/drawing/2014/main" id="{9C9766E8-14C4-4B46-9E6A-7924BF61A6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1663005"/>
                <a:ext cx="237812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0" name="직선 연결선 177">
                <a:extLst>
                  <a:ext uri="{FF2B5EF4-FFF2-40B4-BE49-F238E27FC236}">
                    <a16:creationId xmlns:a16="http://schemas.microsoft.com/office/drawing/2014/main" id="{7E1ABCEA-1C4A-4C72-AB3E-45AC89FE0E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1" name="직선 연결선 178">
                <a:extLst>
                  <a:ext uri="{FF2B5EF4-FFF2-40B4-BE49-F238E27FC236}">
                    <a16:creationId xmlns:a16="http://schemas.microsoft.com/office/drawing/2014/main" id="{CFBAE40D-9B11-4739-B768-1D91516690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2" name="직선 연결선 180">
                <a:extLst>
                  <a:ext uri="{FF2B5EF4-FFF2-40B4-BE49-F238E27FC236}">
                    <a16:creationId xmlns:a16="http://schemas.microsoft.com/office/drawing/2014/main" id="{712DED64-1126-4607-B4BA-786E08F5AE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3" name="직선 연결선 186">
                <a:extLst>
                  <a:ext uri="{FF2B5EF4-FFF2-40B4-BE49-F238E27FC236}">
                    <a16:creationId xmlns:a16="http://schemas.microsoft.com/office/drawing/2014/main" id="{762E5893-6D90-4A9C-9E08-5A5DFCCEFF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670253"/>
                <a:ext cx="72434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4" name="직선 연결선 177">
                <a:extLst>
                  <a:ext uri="{FF2B5EF4-FFF2-40B4-BE49-F238E27FC236}">
                    <a16:creationId xmlns:a16="http://schemas.microsoft.com/office/drawing/2014/main" id="{A336AABD-0E17-406B-91F8-CEE51743AD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5" name="직선 연결선 178">
                <a:extLst>
                  <a:ext uri="{FF2B5EF4-FFF2-40B4-BE49-F238E27FC236}">
                    <a16:creationId xmlns:a16="http://schemas.microsoft.com/office/drawing/2014/main" id="{F320378D-13C2-4E5F-8DC5-74FC3D7017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6" name="직선 연결선 180">
                <a:extLst>
                  <a:ext uri="{FF2B5EF4-FFF2-40B4-BE49-F238E27FC236}">
                    <a16:creationId xmlns:a16="http://schemas.microsoft.com/office/drawing/2014/main" id="{3C78E604-8A1E-420F-B9D9-375EBF2B06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" name="직선 연결선 186">
                <a:extLst>
                  <a:ext uri="{FF2B5EF4-FFF2-40B4-BE49-F238E27FC236}">
                    <a16:creationId xmlns:a16="http://schemas.microsoft.com/office/drawing/2014/main" id="{589CFA89-EF16-4CE3-A12D-E1B0F1EB6D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663005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8" name="직선 연결선 177">
                <a:extLst>
                  <a:ext uri="{FF2B5EF4-FFF2-40B4-BE49-F238E27FC236}">
                    <a16:creationId xmlns:a16="http://schemas.microsoft.com/office/drawing/2014/main" id="{1E5E26E2-F9AE-495F-A894-6EC7CD0EEB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직선 연결선 178">
                <a:extLst>
                  <a:ext uri="{FF2B5EF4-FFF2-40B4-BE49-F238E27FC236}">
                    <a16:creationId xmlns:a16="http://schemas.microsoft.com/office/drawing/2014/main" id="{DF782227-F061-4E6F-8430-34DE0FE147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666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0" name="직선 연결선 180">
                <a:extLst>
                  <a:ext uri="{FF2B5EF4-FFF2-40B4-BE49-F238E27FC236}">
                    <a16:creationId xmlns:a16="http://schemas.microsoft.com/office/drawing/2014/main" id="{C5275A8D-7555-4601-8038-A7104C32C4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1" name="직선 연결선 151">
                <a:extLst>
                  <a:ext uri="{FF2B5EF4-FFF2-40B4-BE49-F238E27FC236}">
                    <a16:creationId xmlns:a16="http://schemas.microsoft.com/office/drawing/2014/main" id="{7CA4C866-2E5E-43BF-B257-E9EE13EC02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275" y="1661095"/>
                <a:ext cx="16808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1" name="Text Box 240">
              <a:extLst>
                <a:ext uri="{FF2B5EF4-FFF2-40B4-BE49-F238E27FC236}">
                  <a16:creationId xmlns:a16="http://schemas.microsoft.com/office/drawing/2014/main" id="{D85BA200-165C-4018-970A-ADEA1A9CD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35607" y="5391642"/>
              <a:ext cx="834390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Scan[n]</a:t>
              </a:r>
            </a:p>
          </p:txBody>
        </p:sp>
        <p:cxnSp>
          <p:nvCxnSpPr>
            <p:cNvPr id="322" name="직선 연결선 176">
              <a:extLst>
                <a:ext uri="{FF2B5EF4-FFF2-40B4-BE49-F238E27FC236}">
                  <a16:creationId xmlns:a16="http://schemas.microsoft.com/office/drawing/2014/main" id="{423FFAD1-753E-4AB4-9AAB-8AB558BE41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4322" y="5683492"/>
              <a:ext cx="820789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직선 연결선 179">
              <a:extLst>
                <a:ext uri="{FF2B5EF4-FFF2-40B4-BE49-F238E27FC236}">
                  <a16:creationId xmlns:a16="http://schemas.microsoft.com/office/drawing/2014/main" id="{994DC6F4-4397-4DE9-B4CC-61C992314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4921" y="5683492"/>
              <a:ext cx="175679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직선 연결선 177">
              <a:extLst>
                <a:ext uri="{FF2B5EF4-FFF2-40B4-BE49-F238E27FC236}">
                  <a16:creationId xmlns:a16="http://schemas.microsoft.com/office/drawing/2014/main" id="{A277EBFE-78CA-4A7F-A5A9-D308C7DD0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직선 연결선 178">
              <a:extLst>
                <a:ext uri="{FF2B5EF4-FFF2-40B4-BE49-F238E27FC236}">
                  <a16:creationId xmlns:a16="http://schemas.microsoft.com/office/drawing/2014/main" id="{5EEAFCCD-D92B-4026-8792-F5F864FC0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9951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직선 연결선 180">
              <a:extLst>
                <a:ext uri="{FF2B5EF4-FFF2-40B4-BE49-F238E27FC236}">
                  <a16:creationId xmlns:a16="http://schemas.microsoft.com/office/drawing/2014/main" id="{35703D53-CF0E-4416-B295-93934BE9FF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38171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81FFA6D-47DD-438D-AA1E-B61AE1753ACE}"/>
                </a:ext>
              </a:extLst>
            </p:cNvPr>
            <p:cNvGrpSpPr/>
            <p:nvPr/>
          </p:nvGrpSpPr>
          <p:grpSpPr>
            <a:xfrm>
              <a:off x="8173306" y="3987099"/>
              <a:ext cx="2881234" cy="537522"/>
              <a:chOff x="8191383" y="3983960"/>
              <a:chExt cx="2881234" cy="537522"/>
            </a:xfrm>
          </p:grpSpPr>
          <p:cxnSp>
            <p:nvCxnSpPr>
              <p:cNvPr id="293" name="직선 연결선 176">
                <a:extLst>
                  <a:ext uri="{FF2B5EF4-FFF2-40B4-BE49-F238E27FC236}">
                    <a16:creationId xmlns:a16="http://schemas.microsoft.com/office/drawing/2014/main" id="{DEBB0EA3-C8B3-411C-B918-F3C7C2B1BC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91383" y="4509941"/>
                <a:ext cx="2850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4" name="직선 연결선 179">
                <a:extLst>
                  <a:ext uri="{FF2B5EF4-FFF2-40B4-BE49-F238E27FC236}">
                    <a16:creationId xmlns:a16="http://schemas.microsoft.com/office/drawing/2014/main" id="{BF3D590A-5DB6-4E9D-A82D-74F7C9A79B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57180" y="4509941"/>
                <a:ext cx="1515437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5" name="직선 연결선 177">
                <a:extLst>
                  <a:ext uri="{FF2B5EF4-FFF2-40B4-BE49-F238E27FC236}">
                    <a16:creationId xmlns:a16="http://schemas.microsoft.com/office/drawing/2014/main" id="{FF64F3A2-F817-4209-91E5-7F3134A01E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63850" y="425105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6" name="직선 연결선 178">
                <a:extLst>
                  <a:ext uri="{FF2B5EF4-FFF2-40B4-BE49-F238E27FC236}">
                    <a16:creationId xmlns:a16="http://schemas.microsoft.com/office/drawing/2014/main" id="{4CF11EA4-F4B3-475A-B312-85B1CDFA1B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4232" y="399197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" name="직선 연결선 180">
                <a:extLst>
                  <a:ext uri="{FF2B5EF4-FFF2-40B4-BE49-F238E27FC236}">
                    <a16:creationId xmlns:a16="http://schemas.microsoft.com/office/drawing/2014/main" id="{15351558-9BF7-403F-9AF5-7B47041FE7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3090" y="4243040"/>
                <a:ext cx="560184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" name="직선 연결선 180">
                <a:extLst>
                  <a:ext uri="{FF2B5EF4-FFF2-40B4-BE49-F238E27FC236}">
                    <a16:creationId xmlns:a16="http://schemas.microsoft.com/office/drawing/2014/main" id="{7FDCE94B-1CAA-42F7-8B9B-7C095C452A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9734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" name="직선 연결선 327">
                <a:extLst>
                  <a:ext uri="{FF2B5EF4-FFF2-40B4-BE49-F238E27FC236}">
                    <a16:creationId xmlns:a16="http://schemas.microsoft.com/office/drawing/2014/main" id="{DAD27621-BAC1-4E3E-812C-C641483D93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3960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9" name="직선 연결선 180">
                <a:extLst>
                  <a:ext uri="{FF2B5EF4-FFF2-40B4-BE49-F238E27FC236}">
                    <a16:creationId xmlns:a16="http://schemas.microsoft.com/office/drawing/2014/main" id="{1C5497B9-9F53-48BA-8FF5-B83A05A039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6716" y="4251055"/>
                <a:ext cx="1504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0" name="직선 연결선 177">
                <a:extLst>
                  <a:ext uri="{FF2B5EF4-FFF2-40B4-BE49-F238E27FC236}">
                    <a16:creationId xmlns:a16="http://schemas.microsoft.com/office/drawing/2014/main" id="{8185939B-3412-4188-91AA-631D108334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57181" y="4262402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1" name="Text Box 240">
              <a:extLst>
                <a:ext uri="{FF2B5EF4-FFF2-40B4-BE49-F238E27FC236}">
                  <a16:creationId xmlns:a16="http://schemas.microsoft.com/office/drawing/2014/main" id="{9C9F830C-5B4B-45AC-BDC0-09E10D101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44735" y="4854393"/>
              <a:ext cx="49990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QB</a:t>
              </a:r>
            </a:p>
          </p:txBody>
        </p:sp>
        <p:cxnSp>
          <p:nvCxnSpPr>
            <p:cNvPr id="332" name="직선 연결선 176">
              <a:extLst>
                <a:ext uri="{FF2B5EF4-FFF2-40B4-BE49-F238E27FC236}">
                  <a16:creationId xmlns:a16="http://schemas.microsoft.com/office/drawing/2014/main" id="{060DE4A1-89EF-471B-908B-A96BA22CC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8756" y="4898599"/>
              <a:ext cx="635677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직선 연결선 178">
              <a:extLst>
                <a:ext uri="{FF2B5EF4-FFF2-40B4-BE49-F238E27FC236}">
                  <a16:creationId xmlns:a16="http://schemas.microsoft.com/office/drawing/2014/main" id="{37D8C8A3-A926-411C-A432-3FBFDB47D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24434" y="490545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직선 연결선 180">
              <a:extLst>
                <a:ext uri="{FF2B5EF4-FFF2-40B4-BE49-F238E27FC236}">
                  <a16:creationId xmlns:a16="http://schemas.microsoft.com/office/drawing/2014/main" id="{DDF8CB6C-A8E0-4715-9C85-BF0324BCDC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17042" y="5146243"/>
              <a:ext cx="721273" cy="510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직선 연결선 178">
              <a:extLst>
                <a:ext uri="{FF2B5EF4-FFF2-40B4-BE49-F238E27FC236}">
                  <a16:creationId xmlns:a16="http://schemas.microsoft.com/office/drawing/2014/main" id="{2545D970-F87C-4A50-B689-53DB3FDA6A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538315" y="489724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6" name="직선 연결선 176">
              <a:extLst>
                <a:ext uri="{FF2B5EF4-FFF2-40B4-BE49-F238E27FC236}">
                  <a16:creationId xmlns:a16="http://schemas.microsoft.com/office/drawing/2014/main" id="{B4F21AA4-2868-4191-BAF1-A1FD2F9CAC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38314" y="4910848"/>
              <a:ext cx="1516226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DD36D50-EF68-497F-866B-4785E7642BDC}"/>
                </a:ext>
              </a:extLst>
            </p:cNvPr>
            <p:cNvGrpSpPr/>
            <p:nvPr/>
          </p:nvGrpSpPr>
          <p:grpSpPr>
            <a:xfrm>
              <a:off x="8169643" y="3440850"/>
              <a:ext cx="2931087" cy="266753"/>
              <a:chOff x="8179291" y="2260429"/>
              <a:chExt cx="2931087" cy="266753"/>
            </a:xfrm>
          </p:grpSpPr>
          <p:cxnSp>
            <p:nvCxnSpPr>
              <p:cNvPr id="288" name="직선 연결선 176">
                <a:extLst>
                  <a:ext uri="{FF2B5EF4-FFF2-40B4-BE49-F238E27FC236}">
                    <a16:creationId xmlns:a16="http://schemas.microsoft.com/office/drawing/2014/main" id="{27E9925F-AB6A-4584-B888-49A4028A4B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79291" y="2527182"/>
                <a:ext cx="2729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" name="직선 연결선 179">
                <a:extLst>
                  <a:ext uri="{FF2B5EF4-FFF2-40B4-BE49-F238E27FC236}">
                    <a16:creationId xmlns:a16="http://schemas.microsoft.com/office/drawing/2014/main" id="{19679AE0-5529-4759-9A00-AECDC08A08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20742" y="2519510"/>
                <a:ext cx="228963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0" name="직선 연결선 180">
                <a:extLst>
                  <a:ext uri="{FF2B5EF4-FFF2-40B4-BE49-F238E27FC236}">
                    <a16:creationId xmlns:a16="http://schemas.microsoft.com/office/drawing/2014/main" id="{E609F995-8D90-43B7-8323-9FDB18E223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2262290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3" name="직선 연결선 177">
                <a:extLst>
                  <a:ext uri="{FF2B5EF4-FFF2-40B4-BE49-F238E27FC236}">
                    <a16:creationId xmlns:a16="http://schemas.microsoft.com/office/drawing/2014/main" id="{054F419B-E1DA-4121-A058-E871187FC6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3862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7" name="직선 연결선 177">
                <a:extLst>
                  <a:ext uri="{FF2B5EF4-FFF2-40B4-BE49-F238E27FC236}">
                    <a16:creationId xmlns:a16="http://schemas.microsoft.com/office/drawing/2014/main" id="{EFBB3192-CCDD-4F9A-AA26-CB46030423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1849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31110B5-FFE4-40C9-8B82-D67C50E2456E}"/>
                </a:ext>
              </a:extLst>
            </p:cNvPr>
            <p:cNvGrpSpPr/>
            <p:nvPr/>
          </p:nvGrpSpPr>
          <p:grpSpPr>
            <a:xfrm>
              <a:off x="8214432" y="1671015"/>
              <a:ext cx="2945789" cy="272856"/>
              <a:chOff x="8214432" y="1842028"/>
              <a:chExt cx="2945789" cy="272856"/>
            </a:xfrm>
          </p:grpSpPr>
          <p:cxnSp>
            <p:nvCxnSpPr>
              <p:cNvPr id="312" name="직선 연결선 186">
                <a:extLst>
                  <a:ext uri="{FF2B5EF4-FFF2-40B4-BE49-F238E27FC236}">
                    <a16:creationId xmlns:a16="http://schemas.microsoft.com/office/drawing/2014/main" id="{903599FD-A939-49F3-9B74-E9DD007BE7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2107636"/>
                <a:ext cx="7828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4" name="직선 연결선 178">
                <a:extLst>
                  <a:ext uri="{FF2B5EF4-FFF2-40B4-BE49-F238E27FC236}">
                    <a16:creationId xmlns:a16="http://schemas.microsoft.com/office/drawing/2014/main" id="{A44ACCA4-D26C-421E-8F8B-AA26EC1976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8656" y="18505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5" name="직선 연결선 180">
                <a:extLst>
                  <a:ext uri="{FF2B5EF4-FFF2-40B4-BE49-F238E27FC236}">
                    <a16:creationId xmlns:a16="http://schemas.microsoft.com/office/drawing/2014/main" id="{9220D9AF-1930-48F5-AEAF-9C5D3A7AE0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505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6" name="직선 연결선 186">
                <a:extLst>
                  <a:ext uri="{FF2B5EF4-FFF2-40B4-BE49-F238E27FC236}">
                    <a16:creationId xmlns:a16="http://schemas.microsoft.com/office/drawing/2014/main" id="{D5A0A4BD-E80E-4637-A01A-FD72690595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4624" y="2114884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7" name="직선 연결선 177">
                <a:extLst>
                  <a:ext uri="{FF2B5EF4-FFF2-40B4-BE49-F238E27FC236}">
                    <a16:creationId xmlns:a16="http://schemas.microsoft.com/office/drawing/2014/main" id="{0AD09585-21EA-46EC-A6D1-A206AF9B5D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8" name="직선 연결선 178">
                <a:extLst>
                  <a:ext uri="{FF2B5EF4-FFF2-40B4-BE49-F238E27FC236}">
                    <a16:creationId xmlns:a16="http://schemas.microsoft.com/office/drawing/2014/main" id="{43EAE4D2-99A0-4585-ABA4-4B8B86494E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9" name="직선 연결선 180">
                <a:extLst>
                  <a:ext uri="{FF2B5EF4-FFF2-40B4-BE49-F238E27FC236}">
                    <a16:creationId xmlns:a16="http://schemas.microsoft.com/office/drawing/2014/main" id="{B4F2C8C9-CAE8-42EC-A4B5-2D5DC54713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0" name="직선 연결선 186">
                <a:extLst>
                  <a:ext uri="{FF2B5EF4-FFF2-40B4-BE49-F238E27FC236}">
                    <a16:creationId xmlns:a16="http://schemas.microsoft.com/office/drawing/2014/main" id="{D286FBD7-DC7D-4C64-B84C-F6CFF8F892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2107636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" name="직선 연결선 178">
                <a:extLst>
                  <a:ext uri="{FF2B5EF4-FFF2-40B4-BE49-F238E27FC236}">
                    <a16:creationId xmlns:a16="http://schemas.microsoft.com/office/drawing/2014/main" id="{78077D19-AE60-4D0E-8B57-CDAD61A781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4202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43F95C3-82EF-448F-A8FC-BABBA4EF65E1}"/>
                </a:ext>
              </a:extLst>
            </p:cNvPr>
            <p:cNvGrpSpPr/>
            <p:nvPr/>
          </p:nvGrpSpPr>
          <p:grpSpPr>
            <a:xfrm>
              <a:off x="8214432" y="2733491"/>
              <a:ext cx="2886298" cy="492122"/>
              <a:chOff x="8214432" y="2701928"/>
              <a:chExt cx="2886298" cy="492122"/>
            </a:xfrm>
          </p:grpSpPr>
          <p:cxnSp>
            <p:nvCxnSpPr>
              <p:cNvPr id="411" name="직선 연결선 186">
                <a:extLst>
                  <a:ext uri="{FF2B5EF4-FFF2-40B4-BE49-F238E27FC236}">
                    <a16:creationId xmlns:a16="http://schemas.microsoft.com/office/drawing/2014/main" id="{47DA2B12-F962-484C-A396-FBF89AA268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4432" y="3169028"/>
                <a:ext cx="786751" cy="186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2" name="직선 연결선 178">
                <a:extLst>
                  <a:ext uri="{FF2B5EF4-FFF2-40B4-BE49-F238E27FC236}">
                    <a16:creationId xmlns:a16="http://schemas.microsoft.com/office/drawing/2014/main" id="{40E8BC3F-26FE-4AA6-AB58-E91C3F4CB4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9388656" y="2710415"/>
                <a:ext cx="5968" cy="4676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3" name="직선 연결선 180">
                <a:extLst>
                  <a:ext uri="{FF2B5EF4-FFF2-40B4-BE49-F238E27FC236}">
                    <a16:creationId xmlns:a16="http://schemas.microsoft.com/office/drawing/2014/main" id="{D7E1D3AB-28C3-4BBA-B4E3-78F6E879C3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" name="직선 연결선 186">
                <a:extLst>
                  <a:ext uri="{FF2B5EF4-FFF2-40B4-BE49-F238E27FC236}">
                    <a16:creationId xmlns:a16="http://schemas.microsoft.com/office/drawing/2014/main" id="{EB676CE1-F8DE-49A8-B0F7-47CCD166DD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0757" y="3178098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5" name="직선 연결선 177">
                <a:extLst>
                  <a:ext uri="{FF2B5EF4-FFF2-40B4-BE49-F238E27FC236}">
                    <a16:creationId xmlns:a16="http://schemas.microsoft.com/office/drawing/2014/main" id="{7DDC3201-6710-454D-898A-88CCA08048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6" name="직선 연결선 178">
                <a:extLst>
                  <a:ext uri="{FF2B5EF4-FFF2-40B4-BE49-F238E27FC236}">
                    <a16:creationId xmlns:a16="http://schemas.microsoft.com/office/drawing/2014/main" id="{04451006-56FD-4C4D-ABF0-B367C4303D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7" name="직선 연결선 180">
                <a:extLst>
                  <a:ext uri="{FF2B5EF4-FFF2-40B4-BE49-F238E27FC236}">
                    <a16:creationId xmlns:a16="http://schemas.microsoft.com/office/drawing/2014/main" id="{E25BB624-B53E-4C51-A0BF-EBE778828B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8" name="직선 연결선 186">
                <a:extLst>
                  <a:ext uri="{FF2B5EF4-FFF2-40B4-BE49-F238E27FC236}">
                    <a16:creationId xmlns:a16="http://schemas.microsoft.com/office/drawing/2014/main" id="{61488E8F-3AF2-4350-915E-30736F8F30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9688" y="3185939"/>
                <a:ext cx="611042" cy="1761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9" name="직선 연결선 178">
                <a:extLst>
                  <a:ext uri="{FF2B5EF4-FFF2-40B4-BE49-F238E27FC236}">
                    <a16:creationId xmlns:a16="http://schemas.microsoft.com/office/drawing/2014/main" id="{E2494B8D-7574-4C6D-A5B6-45D0DBC2D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0CD62BCE-668B-4669-A9D3-114D65E5278B}"/>
                </a:ext>
              </a:extLst>
            </p:cNvPr>
            <p:cNvGrpSpPr/>
            <p:nvPr/>
          </p:nvGrpSpPr>
          <p:grpSpPr>
            <a:xfrm>
              <a:off x="8214432" y="2171521"/>
              <a:ext cx="2403449" cy="492122"/>
              <a:chOff x="8764959" y="2701928"/>
              <a:chExt cx="2403449" cy="492122"/>
            </a:xfrm>
          </p:grpSpPr>
          <p:cxnSp>
            <p:nvCxnSpPr>
              <p:cNvPr id="421" name="직선 연결선 186">
                <a:extLst>
                  <a:ext uri="{FF2B5EF4-FFF2-40B4-BE49-F238E27FC236}">
                    <a16:creationId xmlns:a16="http://schemas.microsoft.com/office/drawing/2014/main" id="{1FF0E647-CF01-419E-8DC3-2028DE93BD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64959" y="3168513"/>
                <a:ext cx="236224" cy="23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2" name="직선 연결선 178">
                <a:extLst>
                  <a:ext uri="{FF2B5EF4-FFF2-40B4-BE49-F238E27FC236}">
                    <a16:creationId xmlns:a16="http://schemas.microsoft.com/office/drawing/2014/main" id="{11E2FEB9-679C-4343-AB7E-8DA213D8E7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82306" y="2707240"/>
                <a:ext cx="0" cy="465874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3" name="직선 연결선 180">
                <a:extLst>
                  <a:ext uri="{FF2B5EF4-FFF2-40B4-BE49-F238E27FC236}">
                    <a16:creationId xmlns:a16="http://schemas.microsoft.com/office/drawing/2014/main" id="{5D964739-D75A-40C9-B41B-B1FC5AF478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4" name="직선 연결선 186">
                <a:extLst>
                  <a:ext uri="{FF2B5EF4-FFF2-40B4-BE49-F238E27FC236}">
                    <a16:creationId xmlns:a16="http://schemas.microsoft.com/office/drawing/2014/main" id="{3371CA6A-2533-488C-9ECF-B33507C133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7582" y="3174923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5" name="직선 연결선 177">
                <a:extLst>
                  <a:ext uri="{FF2B5EF4-FFF2-40B4-BE49-F238E27FC236}">
                    <a16:creationId xmlns:a16="http://schemas.microsoft.com/office/drawing/2014/main" id="{5FDE0253-CA0B-4AA4-8720-52F553623D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6" name="직선 연결선 178">
                <a:extLst>
                  <a:ext uri="{FF2B5EF4-FFF2-40B4-BE49-F238E27FC236}">
                    <a16:creationId xmlns:a16="http://schemas.microsoft.com/office/drawing/2014/main" id="{7676FF81-82EB-4813-AEA9-0B2822DA4B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7" name="직선 연결선 180">
                <a:extLst>
                  <a:ext uri="{FF2B5EF4-FFF2-40B4-BE49-F238E27FC236}">
                    <a16:creationId xmlns:a16="http://schemas.microsoft.com/office/drawing/2014/main" id="{AFB5E75A-58FE-45DF-98E4-1966B3EB91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8" name="직선 연결선 186">
                <a:extLst>
                  <a:ext uri="{FF2B5EF4-FFF2-40B4-BE49-F238E27FC236}">
                    <a16:creationId xmlns:a16="http://schemas.microsoft.com/office/drawing/2014/main" id="{2C4351C4-3088-4D0C-AD29-41EBC3DBDD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9688" y="3185939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9" name="직선 연결선 178">
                <a:extLst>
                  <a:ext uri="{FF2B5EF4-FFF2-40B4-BE49-F238E27FC236}">
                    <a16:creationId xmlns:a16="http://schemas.microsoft.com/office/drawing/2014/main" id="{6AC81894-1452-4683-89DD-48C0C41846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33" name="직선 연결선 177">
              <a:extLst>
                <a:ext uri="{FF2B5EF4-FFF2-40B4-BE49-F238E27FC236}">
                  <a16:creationId xmlns:a16="http://schemas.microsoft.com/office/drawing/2014/main" id="{F1B968A3-A8ED-42EB-A67A-CB63DAFF3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614063" y="2167308"/>
              <a:ext cx="3886" cy="48501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4" name="직선 연결선 178">
              <a:extLst>
                <a:ext uri="{FF2B5EF4-FFF2-40B4-BE49-F238E27FC236}">
                  <a16:creationId xmlns:a16="http://schemas.microsoft.com/office/drawing/2014/main" id="{E0C10863-E2D4-418D-A528-37BFBA7C8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986463" y="2175953"/>
              <a:ext cx="3753" cy="47866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5" name="직선 연결선 180">
              <a:extLst>
                <a:ext uri="{FF2B5EF4-FFF2-40B4-BE49-F238E27FC236}">
                  <a16:creationId xmlns:a16="http://schemas.microsoft.com/office/drawing/2014/main" id="{DDE07649-697B-44C4-ACBF-77955455E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610887" y="2176833"/>
              <a:ext cx="368380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6" name="직선 연결선 186">
              <a:extLst>
                <a:ext uri="{FF2B5EF4-FFF2-40B4-BE49-F238E27FC236}">
                  <a16:creationId xmlns:a16="http://schemas.microsoft.com/office/drawing/2014/main" id="{E0B5A30F-0823-4012-835C-887878E80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982442" y="2647383"/>
              <a:ext cx="144197" cy="30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FAF7F0E1-1308-476A-B4DD-2C2470088447}"/>
                </a:ext>
              </a:extLst>
            </p:cNvPr>
            <p:cNvGrpSpPr/>
            <p:nvPr/>
          </p:nvGrpSpPr>
          <p:grpSpPr>
            <a:xfrm rot="10800000" flipH="1">
              <a:off x="8278296" y="1161482"/>
              <a:ext cx="2704979" cy="4726074"/>
              <a:chOff x="6064177" y="2332770"/>
              <a:chExt cx="2254149" cy="2543320"/>
            </a:xfrm>
          </p:grpSpPr>
          <p:cxnSp>
            <p:nvCxnSpPr>
              <p:cNvPr id="471" name="직선 연결선 123">
                <a:extLst>
                  <a:ext uri="{FF2B5EF4-FFF2-40B4-BE49-F238E27FC236}">
                    <a16:creationId xmlns:a16="http://schemas.microsoft.com/office/drawing/2014/main" id="{FCAE209C-CABE-45FC-84DB-B7555019C7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64177" y="235609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2" name="직선 연결선 129">
                <a:extLst>
                  <a:ext uri="{FF2B5EF4-FFF2-40B4-BE49-F238E27FC236}">
                    <a16:creationId xmlns:a16="http://schemas.microsoft.com/office/drawing/2014/main" id="{65F3DEF9-B18A-42FE-A27C-D9861D384D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0830" y="235608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3" name="직선 연결선 130">
                <a:extLst>
                  <a:ext uri="{FF2B5EF4-FFF2-40B4-BE49-F238E27FC236}">
                    <a16:creationId xmlns:a16="http://schemas.microsoft.com/office/drawing/2014/main" id="{F8BF0A36-4C80-4B40-8701-01D711F7EE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16518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4" name="직선 연결선 131">
                <a:extLst>
                  <a:ext uri="{FF2B5EF4-FFF2-40B4-BE49-F238E27FC236}">
                    <a16:creationId xmlns:a16="http://schemas.microsoft.com/office/drawing/2014/main" id="{42193C39-F9C9-42B6-8E9A-E5EB6F7032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666583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5" name="직선 연결선 140">
                <a:extLst>
                  <a:ext uri="{FF2B5EF4-FFF2-40B4-BE49-F238E27FC236}">
                    <a16:creationId xmlns:a16="http://schemas.microsoft.com/office/drawing/2014/main" id="{510F6915-1EC8-412E-8B1D-34FBFDDD55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94986" y="2339748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6" name="직선 연결선 141">
                <a:extLst>
                  <a:ext uri="{FF2B5EF4-FFF2-40B4-BE49-F238E27FC236}">
                    <a16:creationId xmlns:a16="http://schemas.microsoft.com/office/drawing/2014/main" id="{7C1033CE-8B45-48E4-9CC6-81FFEF243B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119839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7" name="직선 연결선 146">
                <a:extLst>
                  <a:ext uri="{FF2B5EF4-FFF2-40B4-BE49-F238E27FC236}">
                    <a16:creationId xmlns:a16="http://schemas.microsoft.com/office/drawing/2014/main" id="{083FB1C3-9A2F-41AE-A2A9-E7C3C19A3D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452321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8" name="직선 연결선 155">
                <a:extLst>
                  <a:ext uri="{FF2B5EF4-FFF2-40B4-BE49-F238E27FC236}">
                    <a16:creationId xmlns:a16="http://schemas.microsoft.com/office/drawing/2014/main" id="{EAE5171F-B226-4F2C-9EBD-D42DF29C23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77287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9" name="직선 연결선 155">
                <a:extLst>
                  <a:ext uri="{FF2B5EF4-FFF2-40B4-BE49-F238E27FC236}">
                    <a16:creationId xmlns:a16="http://schemas.microsoft.com/office/drawing/2014/main" id="{771269AA-CE39-4BB6-A80C-C56FF7F009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13193" y="234478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0" name="직선 연결선 155">
                <a:extLst>
                  <a:ext uri="{FF2B5EF4-FFF2-40B4-BE49-F238E27FC236}">
                    <a16:creationId xmlns:a16="http://schemas.microsoft.com/office/drawing/2014/main" id="{376F6B70-414E-49CF-9467-251A9CEBBBF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18326" y="233277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1" name="직선 연결선 480">
                <a:extLst>
                  <a:ext uri="{FF2B5EF4-FFF2-40B4-BE49-F238E27FC236}">
                    <a16:creationId xmlns:a16="http://schemas.microsoft.com/office/drawing/2014/main" id="{A6E84082-C05F-406A-AFD7-AA8BFF1F5B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903877" y="233911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2" name="Text Box 240">
              <a:extLst>
                <a:ext uri="{FF2B5EF4-FFF2-40B4-BE49-F238E27FC236}">
                  <a16:creationId xmlns:a16="http://schemas.microsoft.com/office/drawing/2014/main" id="{C80DA9E9-C30B-4CBF-A58F-93C0931F3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54215" y="2286510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CKL1</a:t>
              </a:r>
            </a:p>
          </p:txBody>
        </p:sp>
        <p:sp>
          <p:nvSpPr>
            <p:cNvPr id="483" name="Text Box 240">
              <a:extLst>
                <a:ext uri="{FF2B5EF4-FFF2-40B4-BE49-F238E27FC236}">
                  <a16:creationId xmlns:a16="http://schemas.microsoft.com/office/drawing/2014/main" id="{9C4DCDDA-92A1-4F56-8853-125CAA70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78631" y="2886849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CKL2</a:t>
              </a:r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266317D2-35DC-47AB-BF11-B9A27267DF6A}"/>
              </a:ext>
            </a:extLst>
          </p:cNvPr>
          <p:cNvSpPr txBox="1"/>
          <p:nvPr/>
        </p:nvSpPr>
        <p:spPr>
          <a:xfrm flipH="1">
            <a:off x="3959314" y="30949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T9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7BCE1C0-7713-4163-94CA-9461E16793ED}"/>
              </a:ext>
            </a:extLst>
          </p:cNvPr>
          <p:cNvSpPr txBox="1"/>
          <p:nvPr/>
        </p:nvSpPr>
        <p:spPr>
          <a:xfrm flipH="1">
            <a:off x="3071552" y="3248595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T10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8B143056-6F13-4EF0-ADFC-45134A261AD5}"/>
              </a:ext>
            </a:extLst>
          </p:cNvPr>
          <p:cNvSpPr txBox="1"/>
          <p:nvPr/>
        </p:nvSpPr>
        <p:spPr>
          <a:xfrm flipH="1">
            <a:off x="1502550" y="3744857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T2_2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51B340C-E72C-4E56-965B-BCC5BF693D14}"/>
              </a:ext>
            </a:extLst>
          </p:cNvPr>
          <p:cNvSpPr txBox="1"/>
          <p:nvPr/>
        </p:nvSpPr>
        <p:spPr>
          <a:xfrm flipH="1">
            <a:off x="1974714" y="41447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T2_3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4E9048C9-5967-4D17-90F0-5ECE38322598}"/>
              </a:ext>
            </a:extLst>
          </p:cNvPr>
          <p:cNvSpPr/>
          <p:nvPr/>
        </p:nvSpPr>
        <p:spPr>
          <a:xfrm>
            <a:off x="8805315" y="863744"/>
            <a:ext cx="570788" cy="5001490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E7A767C-5859-4475-8D61-071E19D41A76}"/>
              </a:ext>
            </a:extLst>
          </p:cNvPr>
          <p:cNvSpPr txBox="1"/>
          <p:nvPr/>
        </p:nvSpPr>
        <p:spPr>
          <a:xfrm>
            <a:off x="8915496" y="871148"/>
            <a:ext cx="38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(2)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44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6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EF47A-646B-4F8F-8522-F189F7604BBE}"/>
              </a:ext>
            </a:extLst>
          </p:cNvPr>
          <p:cNvSpPr txBox="1"/>
          <p:nvPr/>
        </p:nvSpPr>
        <p:spPr>
          <a:xfrm>
            <a:off x="380990" y="125122"/>
            <a:ext cx="9080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Scan Driver </a:t>
            </a:r>
            <a:r>
              <a:rPr lang="ko-KR" altLang="en-US" sz="3200" b="1" dirty="0">
                <a:latin typeface="+mj-ea"/>
                <a:ea typeface="+mj-ea"/>
              </a:rPr>
              <a:t>동작과정 </a:t>
            </a:r>
            <a:r>
              <a:rPr lang="en-US" altLang="ko-KR" sz="3200" b="1" dirty="0">
                <a:latin typeface="+mj-ea"/>
                <a:ea typeface="+mj-ea"/>
              </a:rPr>
              <a:t>(3)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BE6B47DC-F1CF-466D-AE84-795D89E46F7D}"/>
              </a:ext>
            </a:extLst>
          </p:cNvPr>
          <p:cNvGrpSpPr/>
          <p:nvPr/>
        </p:nvGrpSpPr>
        <p:grpSpPr>
          <a:xfrm>
            <a:off x="274049" y="863743"/>
            <a:ext cx="5256474" cy="4524397"/>
            <a:chOff x="6143908" y="1707350"/>
            <a:chExt cx="5256474" cy="4524397"/>
          </a:xfrm>
        </p:grpSpPr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552F03AF-7C49-4F7D-AD43-69DE2F22B52B}"/>
                </a:ext>
              </a:extLst>
            </p:cNvPr>
            <p:cNvGrpSpPr/>
            <p:nvPr/>
          </p:nvGrpSpPr>
          <p:grpSpPr>
            <a:xfrm rot="10800000" flipH="1">
              <a:off x="6890738" y="2653731"/>
              <a:ext cx="232254" cy="194158"/>
              <a:chOff x="1480270" y="4149080"/>
              <a:chExt cx="216024" cy="216024"/>
            </a:xfrm>
          </p:grpSpPr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9E7655E6-D59A-4B41-88CA-4BACBA08452A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24A18056-7D2F-4B9A-9ADA-00251B0709F1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3" name="직선 연결선 282">
                <a:extLst>
                  <a:ext uri="{FF2B5EF4-FFF2-40B4-BE49-F238E27FC236}">
                    <a16:creationId xmlns:a16="http://schemas.microsoft.com/office/drawing/2014/main" id="{64394147-EB98-43D1-9FA0-D0F5CEE5ABAF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E3E85504-A890-45B0-8E81-3D344C5152CB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60085238-59E0-4E32-B8E9-BF98042CEB23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7868180" y="19686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73935191-D493-46AC-AA24-CB71997AA2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5505" y="4721225"/>
              <a:ext cx="13632" cy="108539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5701E356-9484-4139-9782-9A2C62720C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11096462" y="2225059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5680024-CF8C-4D07-90EF-E37BCAC184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6071" y="4624086"/>
              <a:ext cx="3233528" cy="728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F4A77E67-CAD8-4FEE-8956-F98298E5C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46" y="2835972"/>
              <a:ext cx="2341" cy="1561581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BE9BE195-8532-49D3-8837-AB7F68B92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2662" y="1968691"/>
              <a:ext cx="1440" cy="40300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DA404157-2338-40C7-A692-F9FFFFFC2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598" y="4709392"/>
              <a:ext cx="11763" cy="82405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AA6AA735-EDE2-464C-935B-BC3BBE59DAFE}"/>
                </a:ext>
              </a:extLst>
            </p:cNvPr>
            <p:cNvCxnSpPr/>
            <p:nvPr/>
          </p:nvCxnSpPr>
          <p:spPr>
            <a:xfrm rot="10800000">
              <a:off x="10674946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DE18D1A-66A6-440E-9472-47F8E5F17D89}"/>
                </a:ext>
              </a:extLst>
            </p:cNvPr>
            <p:cNvCxnSpPr/>
            <p:nvPr/>
          </p:nvCxnSpPr>
          <p:spPr>
            <a:xfrm rot="10800000">
              <a:off x="10597529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7A70E147-89EF-4C09-AD39-2C70393BFDF1}"/>
                </a:ext>
              </a:extLst>
            </p:cNvPr>
            <p:cNvCxnSpPr/>
            <p:nvPr/>
          </p:nvCxnSpPr>
          <p:spPr>
            <a:xfrm rot="10800000">
              <a:off x="10693039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0F95E1D-3E85-47F3-9F07-9A89412D8FE0}"/>
                </a:ext>
              </a:extLst>
            </p:cNvPr>
            <p:cNvCxnSpPr/>
            <p:nvPr/>
          </p:nvCxnSpPr>
          <p:spPr>
            <a:xfrm rot="10800000">
              <a:off x="10615621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D2E0C5EC-C9E2-45BB-933E-6FA1CC1809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74946" y="3523452"/>
              <a:ext cx="42151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8FDDCFB0-6F51-4CF8-88A8-C3BE93DA68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17238" y="3523452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FCF4BA83-38F4-45A5-AB59-09F6FC4B63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85338" y="4989053"/>
              <a:ext cx="4046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29B6599-35BC-4AA1-8680-07CC367652E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989053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C6342233-DC65-47BA-8375-929ED5BC33B5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618006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6FD8929-FFAE-4099-8689-F9A695763C44}"/>
                </a:ext>
              </a:extLst>
            </p:cNvPr>
            <p:cNvSpPr txBox="1"/>
            <p:nvPr/>
          </p:nvSpPr>
          <p:spPr>
            <a:xfrm flipH="1">
              <a:off x="9799530" y="340568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T4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0721EB1-60DA-461C-A1BB-2AD71B4BA095}"/>
                </a:ext>
              </a:extLst>
            </p:cNvPr>
            <p:cNvSpPr txBox="1"/>
            <p:nvPr/>
          </p:nvSpPr>
          <p:spPr>
            <a:xfrm flipH="1">
              <a:off x="6921283" y="457360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9A04493-6D83-4006-9733-8A1395B9D5B7}"/>
                </a:ext>
              </a:extLst>
            </p:cNvPr>
            <p:cNvSpPr txBox="1"/>
            <p:nvPr/>
          </p:nvSpPr>
          <p:spPr>
            <a:xfrm flipH="1">
              <a:off x="6211532" y="261467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A0AD504-DB81-4FB6-AC82-55018CB364D3}"/>
                </a:ext>
              </a:extLst>
            </p:cNvPr>
            <p:cNvSpPr txBox="1"/>
            <p:nvPr/>
          </p:nvSpPr>
          <p:spPr>
            <a:xfrm flipH="1">
              <a:off x="10867203" y="197979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BDF97308-D56B-42E9-9040-2EF85D178A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7262" y="3544184"/>
              <a:ext cx="7153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8E1891A-07BA-4E45-AFF2-8A9664C53F5E}"/>
                </a:ext>
              </a:extLst>
            </p:cNvPr>
            <p:cNvSpPr txBox="1"/>
            <p:nvPr/>
          </p:nvSpPr>
          <p:spPr>
            <a:xfrm flipH="1">
              <a:off x="10029358" y="460614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7CA3A1-9AE3-4677-A3EF-925E9F28D748}"/>
                </a:ext>
              </a:extLst>
            </p:cNvPr>
            <p:cNvSpPr txBox="1"/>
            <p:nvPr/>
          </p:nvSpPr>
          <p:spPr>
            <a:xfrm flipH="1">
              <a:off x="10817889" y="5954748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D8C8D53-479E-4619-B4F2-2857CE8D65F9}"/>
                </a:ext>
              </a:extLst>
            </p:cNvPr>
            <p:cNvSpPr/>
            <p:nvPr/>
          </p:nvSpPr>
          <p:spPr>
            <a:xfrm rot="10800000" flipH="1">
              <a:off x="11000921" y="5809933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F5CD205-6021-4416-B104-3D3FF836A320}"/>
                </a:ext>
              </a:extLst>
            </p:cNvPr>
            <p:cNvSpPr txBox="1"/>
            <p:nvPr/>
          </p:nvSpPr>
          <p:spPr>
            <a:xfrm flipH="1">
              <a:off x="6742622" y="2010618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C8F67BE-792A-437E-B3F0-B347982F3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096462" y="3971287"/>
              <a:ext cx="229258" cy="126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93C7148-B99D-462C-84A3-BF90A6CD4DBC}"/>
                </a:ext>
              </a:extLst>
            </p:cNvPr>
            <p:cNvSpPr txBox="1"/>
            <p:nvPr/>
          </p:nvSpPr>
          <p:spPr>
            <a:xfrm flipH="1">
              <a:off x="10463178" y="5093068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651AC5C-A8C8-4448-860B-91DA7FCC42A3}"/>
                </a:ext>
              </a:extLst>
            </p:cNvPr>
            <p:cNvSpPr txBox="1"/>
            <p:nvPr/>
          </p:nvSpPr>
          <p:spPr>
            <a:xfrm flipH="1">
              <a:off x="10442630" y="361676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1BA21618-36F7-4B82-A3C3-3C31235ED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942" y="2311600"/>
              <a:ext cx="0" cy="34488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B23B41BB-4B38-493C-BD90-FD8A59A860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8515" y="2750044"/>
              <a:ext cx="219175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C5F2618D-7C82-4EF8-B7A3-7ACCF46224C2}"/>
                </a:ext>
              </a:extLst>
            </p:cNvPr>
            <p:cNvCxnSpPr/>
            <p:nvPr/>
          </p:nvCxnSpPr>
          <p:spPr>
            <a:xfrm>
              <a:off x="8006477" y="236779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46D94054-C6E8-4BDC-AC00-451FAB3B2FEB}"/>
                </a:ext>
              </a:extLst>
            </p:cNvPr>
            <p:cNvCxnSpPr/>
            <p:nvPr/>
          </p:nvCxnSpPr>
          <p:spPr>
            <a:xfrm>
              <a:off x="8161313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BA12A555-03C9-48BB-BB5E-5C8E543912D3}"/>
                </a:ext>
              </a:extLst>
            </p:cNvPr>
            <p:cNvCxnSpPr/>
            <p:nvPr/>
          </p:nvCxnSpPr>
          <p:spPr>
            <a:xfrm flipH="1">
              <a:off x="8006477" y="25619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6E3CDFFB-4E06-4282-AE3B-8BEB35FB81CD}"/>
                </a:ext>
              </a:extLst>
            </p:cNvPr>
            <p:cNvCxnSpPr/>
            <p:nvPr/>
          </p:nvCxnSpPr>
          <p:spPr>
            <a:xfrm>
              <a:off x="8238731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27FC1E6-D2DD-4590-96E6-4E2EEFBEBBF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45662" y="2462498"/>
              <a:ext cx="12321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1882868-F8D4-4BC3-BD84-19E75DE7FCC4}"/>
                </a:ext>
              </a:extLst>
            </p:cNvPr>
            <p:cNvSpPr txBox="1"/>
            <p:nvPr/>
          </p:nvSpPr>
          <p:spPr>
            <a:xfrm flipH="1">
              <a:off x="8330752" y="2329772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30C21D1D-67C3-4FC2-9562-9EA7FEDB9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9400" y="2552192"/>
              <a:ext cx="0" cy="56709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A9E07819-60B9-4895-99B1-E38E06A15D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4862" y="3170654"/>
              <a:ext cx="37458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25821FEE-1E6B-466D-9F59-D8066B307646}"/>
                </a:ext>
              </a:extLst>
            </p:cNvPr>
            <p:cNvCxnSpPr/>
            <p:nvPr/>
          </p:nvCxnSpPr>
          <p:spPr>
            <a:xfrm rot="10800000">
              <a:off x="10947017" y="3268511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1D3F2A57-B967-43D7-A271-1FB9E3FCF7B0}"/>
                </a:ext>
              </a:extLst>
            </p:cNvPr>
            <p:cNvCxnSpPr/>
            <p:nvPr/>
          </p:nvCxnSpPr>
          <p:spPr>
            <a:xfrm rot="10800000">
              <a:off x="10947017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34AC1D61-5BC4-4B36-A811-DF248DBC7A39}"/>
                </a:ext>
              </a:extLst>
            </p:cNvPr>
            <p:cNvCxnSpPr/>
            <p:nvPr/>
          </p:nvCxnSpPr>
          <p:spPr>
            <a:xfrm rot="10800000" flipH="1">
              <a:off x="10947017" y="30743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DA8BEEB2-16EE-4E66-843B-84B19F88395E}"/>
                </a:ext>
              </a:extLst>
            </p:cNvPr>
            <p:cNvCxnSpPr/>
            <p:nvPr/>
          </p:nvCxnSpPr>
          <p:spPr>
            <a:xfrm rot="10800000">
              <a:off x="10869599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97FA8609-ABC2-4F96-8ECC-0412462996F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21092" y="3169587"/>
              <a:ext cx="0" cy="35386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B36AF56D-5757-49E8-9AC2-04FF566703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6462" y="3258635"/>
              <a:ext cx="5391" cy="1281318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96F20F8-4D9D-482F-B3FF-16F279FCDE3F}"/>
                </a:ext>
              </a:extLst>
            </p:cNvPr>
            <p:cNvSpPr txBox="1"/>
            <p:nvPr/>
          </p:nvSpPr>
          <p:spPr>
            <a:xfrm flipH="1">
              <a:off x="7746823" y="2311600"/>
              <a:ext cx="26456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8BA90123-80D4-4739-91A0-D4CD79ED91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7826" y="4623887"/>
              <a:ext cx="45007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908EE3B-53CA-45B7-871C-624A0EADC5BE}"/>
                </a:ext>
              </a:extLst>
            </p:cNvPr>
            <p:cNvGrpSpPr/>
            <p:nvPr/>
          </p:nvGrpSpPr>
          <p:grpSpPr>
            <a:xfrm>
              <a:off x="7033285" y="4396713"/>
              <a:ext cx="194158" cy="232254"/>
              <a:chOff x="7033285" y="4396713"/>
              <a:chExt cx="194158" cy="232254"/>
            </a:xfrm>
          </p:grpSpPr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B707C238-6402-4FD2-ACF4-4BB653C63654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2FDF9995-DE19-4F89-9780-C9D7443D35F5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ED3AE372-0C1F-4E9B-AF41-C8A5ABD2D81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0BC1ED3A-9F20-49A9-A9DF-204DF66F538B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6579B77-C4F9-47BB-9394-A1173A173B1E}"/>
                </a:ext>
              </a:extLst>
            </p:cNvPr>
            <p:cNvSpPr txBox="1"/>
            <p:nvPr/>
          </p:nvSpPr>
          <p:spPr>
            <a:xfrm flipH="1">
              <a:off x="7067671" y="2622301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FED9B25-E427-4BA5-899D-9B9673AA5E90}"/>
                </a:ext>
              </a:extLst>
            </p:cNvPr>
            <p:cNvSpPr txBox="1"/>
            <p:nvPr/>
          </p:nvSpPr>
          <p:spPr>
            <a:xfrm flipH="1">
              <a:off x="6143908" y="448515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8FF45B49-21A2-4236-BEB3-4CAF7F43EAB1}"/>
                </a:ext>
              </a:extLst>
            </p:cNvPr>
            <p:cNvSpPr/>
            <p:nvPr/>
          </p:nvSpPr>
          <p:spPr>
            <a:xfrm>
              <a:off x="7104548" y="3139511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99F3B60-B7C1-4EC0-85B8-966D66666487}"/>
                </a:ext>
              </a:extLst>
            </p:cNvPr>
            <p:cNvSpPr txBox="1"/>
            <p:nvPr/>
          </p:nvSpPr>
          <p:spPr>
            <a:xfrm flipH="1">
              <a:off x="7191490" y="2896478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14935C1D-1EA9-48E8-B7C3-B66C71681D3E}"/>
                </a:ext>
              </a:extLst>
            </p:cNvPr>
            <p:cNvCxnSpPr/>
            <p:nvPr/>
          </p:nvCxnSpPr>
          <p:spPr>
            <a:xfrm rot="10800000">
              <a:off x="9752097" y="364212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41D04B5E-A557-4AC3-8384-E50AA4C87B31}"/>
                </a:ext>
              </a:extLst>
            </p:cNvPr>
            <p:cNvCxnSpPr/>
            <p:nvPr/>
          </p:nvCxnSpPr>
          <p:spPr>
            <a:xfrm rot="10800000">
              <a:off x="9752097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F8A8BF10-2BDF-4321-AE89-4E6031847A18}"/>
                </a:ext>
              </a:extLst>
            </p:cNvPr>
            <p:cNvCxnSpPr/>
            <p:nvPr/>
          </p:nvCxnSpPr>
          <p:spPr>
            <a:xfrm rot="10800000" flipH="1">
              <a:off x="9752097" y="3447962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6B5C986A-4EA2-440F-9D98-6FFCA75FA8E6}"/>
                </a:ext>
              </a:extLst>
            </p:cNvPr>
            <p:cNvCxnSpPr/>
            <p:nvPr/>
          </p:nvCxnSpPr>
          <p:spPr>
            <a:xfrm rot="10800000">
              <a:off x="9674679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2E4A0F9E-609A-4DC8-92F3-C637020B6A59}"/>
                </a:ext>
              </a:extLst>
            </p:cNvPr>
            <p:cNvCxnSpPr/>
            <p:nvPr/>
          </p:nvCxnSpPr>
          <p:spPr>
            <a:xfrm rot="10800000">
              <a:off x="9751998" y="471584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BC8AF792-538D-4193-9C89-7384F95458D4}"/>
                </a:ext>
              </a:extLst>
            </p:cNvPr>
            <p:cNvCxnSpPr/>
            <p:nvPr/>
          </p:nvCxnSpPr>
          <p:spPr>
            <a:xfrm rot="10800000">
              <a:off x="9751998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8710015C-D31B-4EFD-975E-C72CB6BDBB3C}"/>
                </a:ext>
              </a:extLst>
            </p:cNvPr>
            <p:cNvCxnSpPr/>
            <p:nvPr/>
          </p:nvCxnSpPr>
          <p:spPr>
            <a:xfrm rot="10800000" flipH="1">
              <a:off x="9751998" y="452168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5E117586-9E84-487D-B733-E7F86C450540}"/>
                </a:ext>
              </a:extLst>
            </p:cNvPr>
            <p:cNvCxnSpPr/>
            <p:nvPr/>
          </p:nvCxnSpPr>
          <p:spPr>
            <a:xfrm rot="10800000">
              <a:off x="9674580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3FF23104-11FB-4E84-ACF4-6789F990A4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9400" y="3250689"/>
              <a:ext cx="15281" cy="15276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96947C83-5524-4CB7-8258-E3881D7BFA80}"/>
                </a:ext>
              </a:extLst>
            </p:cNvPr>
            <p:cNvSpPr/>
            <p:nvPr/>
          </p:nvSpPr>
          <p:spPr>
            <a:xfrm>
              <a:off x="8005499" y="4591586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3B9BAFAC-11BF-4200-959C-E2030183FC5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906933" y="3175973"/>
              <a:ext cx="0" cy="277262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15870C85-5B2D-4B03-8419-4474A2F011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6933" y="364208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20B5C1FF-15B1-4C0A-8430-CA68D0EB652E}"/>
                </a:ext>
              </a:extLst>
            </p:cNvPr>
            <p:cNvGrpSpPr/>
            <p:nvPr/>
          </p:nvGrpSpPr>
          <p:grpSpPr>
            <a:xfrm>
              <a:off x="9672102" y="3977298"/>
              <a:ext cx="245981" cy="194158"/>
              <a:chOff x="8475102" y="3459120"/>
              <a:chExt cx="232254" cy="194158"/>
            </a:xfrm>
          </p:grpSpPr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EE26FFC1-B6A2-4539-B3B0-B39326C194CC}"/>
                  </a:ext>
                </a:extLst>
              </p:cNvPr>
              <p:cNvCxnSpPr/>
              <p:nvPr/>
            </p:nvCxnSpPr>
            <p:spPr>
              <a:xfrm rot="10800000">
                <a:off x="8552520" y="3653278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4" name="직선 연결선 273">
                <a:extLst>
                  <a:ext uri="{FF2B5EF4-FFF2-40B4-BE49-F238E27FC236}">
                    <a16:creationId xmlns:a16="http://schemas.microsoft.com/office/drawing/2014/main" id="{ED48ED74-37A3-4D72-80BE-B91DA695FEB9}"/>
                  </a:ext>
                </a:extLst>
              </p:cNvPr>
              <p:cNvCxnSpPr/>
              <p:nvPr/>
            </p:nvCxnSpPr>
            <p:spPr>
              <a:xfrm rot="10800000">
                <a:off x="8552520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6D21971B-0931-4CC0-8DB6-E32EDB5B1B47}"/>
                  </a:ext>
                </a:extLst>
              </p:cNvPr>
              <p:cNvCxnSpPr/>
              <p:nvPr/>
            </p:nvCxnSpPr>
            <p:spPr>
              <a:xfrm rot="10800000" flipH="1">
                <a:off x="8552520" y="3459120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FEE53DD7-746F-4A87-B51F-71056CB77385}"/>
                  </a:ext>
                </a:extLst>
              </p:cNvPr>
              <p:cNvCxnSpPr/>
              <p:nvPr/>
            </p:nvCxnSpPr>
            <p:spPr>
              <a:xfrm rot="10800000">
                <a:off x="8475102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6BD507B-92ED-4A7C-A6CA-071A2A6F7870}"/>
                </a:ext>
              </a:extLst>
            </p:cNvPr>
            <p:cNvSpPr txBox="1"/>
            <p:nvPr/>
          </p:nvSpPr>
          <p:spPr>
            <a:xfrm flipH="1">
              <a:off x="9168730" y="340798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CKL2</a:t>
              </a:r>
              <a:endParaRPr lang="ko-KR" altLang="en-US" sz="1200" b="1" kern="0" dirty="0"/>
            </a:p>
          </p:txBody>
        </p: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FF9AD76E-21CE-4992-8EA2-098B43D31A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37339" y="4080759"/>
              <a:ext cx="41797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60AD4585-8932-4E40-BB70-892F9178D0D8}"/>
                </a:ext>
              </a:extLst>
            </p:cNvPr>
            <p:cNvGrpSpPr/>
            <p:nvPr/>
          </p:nvGrpSpPr>
          <p:grpSpPr>
            <a:xfrm>
              <a:off x="9043180" y="3864032"/>
              <a:ext cx="194158" cy="232254"/>
              <a:chOff x="9024782" y="3879419"/>
              <a:chExt cx="194158" cy="232254"/>
            </a:xfrm>
          </p:grpSpPr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D40CF436-81AA-47B6-9105-670AA1A22170}"/>
                  </a:ext>
                </a:extLst>
              </p:cNvPr>
              <p:cNvCxnSpPr/>
              <p:nvPr/>
            </p:nvCxnSpPr>
            <p:spPr>
              <a:xfrm rot="16200000">
                <a:off x="8947364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61912EBD-54E8-4262-975E-34824667894D}"/>
                  </a:ext>
                </a:extLst>
              </p:cNvPr>
              <p:cNvCxnSpPr/>
              <p:nvPr/>
            </p:nvCxnSpPr>
            <p:spPr>
              <a:xfrm rot="16200000">
                <a:off x="9121861" y="3859758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22004B7D-273B-4255-A3B7-B5B07BD3ECA8}"/>
                  </a:ext>
                </a:extLst>
              </p:cNvPr>
              <p:cNvCxnSpPr/>
              <p:nvPr/>
            </p:nvCxnSpPr>
            <p:spPr>
              <a:xfrm rot="16200000" flipH="1">
                <a:off x="9141522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55E667B0-48E5-44B7-8778-AD20A87ED634}"/>
                  </a:ext>
                </a:extLst>
              </p:cNvPr>
              <p:cNvCxnSpPr/>
              <p:nvPr/>
            </p:nvCxnSpPr>
            <p:spPr>
              <a:xfrm rot="16200000">
                <a:off x="9121861" y="378234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FD0C10E8-F103-45EF-87ED-5F0D371F16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27226" y="3178703"/>
              <a:ext cx="4776" cy="6853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3EFB2D89-5A3F-4735-BE2B-D5F28A25AE6C}"/>
                </a:ext>
              </a:extLst>
            </p:cNvPr>
            <p:cNvSpPr/>
            <p:nvPr/>
          </p:nvSpPr>
          <p:spPr>
            <a:xfrm>
              <a:off x="9102833" y="3148215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94D5747-AC9F-4501-A6F0-D6B7EF85C290}"/>
                </a:ext>
              </a:extLst>
            </p:cNvPr>
            <p:cNvSpPr txBox="1"/>
            <p:nvPr/>
          </p:nvSpPr>
          <p:spPr>
            <a:xfrm flipH="1">
              <a:off x="10293561" y="2911646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CB1503FF-9309-4CB6-AD2F-9991EBE69DB1}"/>
                </a:ext>
              </a:extLst>
            </p:cNvPr>
            <p:cNvCxnSpPr/>
            <p:nvPr/>
          </p:nvCxnSpPr>
          <p:spPr>
            <a:xfrm rot="10800000">
              <a:off x="10941626" y="4726448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9E9BCF71-44DD-44CD-82D6-A864093F44CD}"/>
                </a:ext>
              </a:extLst>
            </p:cNvPr>
            <p:cNvCxnSpPr/>
            <p:nvPr/>
          </p:nvCxnSpPr>
          <p:spPr>
            <a:xfrm rot="10800000">
              <a:off x="10941626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79CF2179-BCEC-4578-8041-DC3854835D00}"/>
                </a:ext>
              </a:extLst>
            </p:cNvPr>
            <p:cNvCxnSpPr/>
            <p:nvPr/>
          </p:nvCxnSpPr>
          <p:spPr>
            <a:xfrm rot="10800000" flipH="1">
              <a:off x="10941626" y="453229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5BF954CF-61F3-4F9D-88C7-F77AC3745C98}"/>
                </a:ext>
              </a:extLst>
            </p:cNvPr>
            <p:cNvCxnSpPr/>
            <p:nvPr/>
          </p:nvCxnSpPr>
          <p:spPr>
            <a:xfrm rot="10800000">
              <a:off x="10864208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34" name="원호 233">
              <a:extLst>
                <a:ext uri="{FF2B5EF4-FFF2-40B4-BE49-F238E27FC236}">
                  <a16:creationId xmlns:a16="http://schemas.microsoft.com/office/drawing/2014/main" id="{2D1D7EA4-4E0C-4B52-81E7-ACA47A835BF6}"/>
                </a:ext>
              </a:extLst>
            </p:cNvPr>
            <p:cNvSpPr/>
            <p:nvPr/>
          </p:nvSpPr>
          <p:spPr>
            <a:xfrm rot="5114988">
              <a:off x="7930849" y="3110764"/>
              <a:ext cx="145087" cy="154314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5" name="원호 234">
              <a:extLst>
                <a:ext uri="{FF2B5EF4-FFF2-40B4-BE49-F238E27FC236}">
                  <a16:creationId xmlns:a16="http://schemas.microsoft.com/office/drawing/2014/main" id="{40DEEC28-2002-497F-A066-2752485F8E42}"/>
                </a:ext>
              </a:extLst>
            </p:cNvPr>
            <p:cNvSpPr/>
            <p:nvPr/>
          </p:nvSpPr>
          <p:spPr>
            <a:xfrm rot="21503946">
              <a:off x="7928371" y="3118585"/>
              <a:ext cx="154314" cy="145087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FA966B1-723D-472F-A74B-281D27977CDE}"/>
                </a:ext>
              </a:extLst>
            </p:cNvPr>
            <p:cNvSpPr txBox="1"/>
            <p:nvPr/>
          </p:nvSpPr>
          <p:spPr>
            <a:xfrm flipH="1">
              <a:off x="7728423" y="1707350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0A2168FC-BCF9-4BCC-9079-5A65A866A58D}"/>
                </a:ext>
              </a:extLst>
            </p:cNvPr>
            <p:cNvSpPr txBox="1"/>
            <p:nvPr/>
          </p:nvSpPr>
          <p:spPr>
            <a:xfrm flipH="1">
              <a:off x="9447169" y="46922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8F41BC70-C51B-420A-9C5C-267E299F5D12}"/>
                </a:ext>
              </a:extLst>
            </p:cNvPr>
            <p:cNvSpPr txBox="1"/>
            <p:nvPr/>
          </p:nvSpPr>
          <p:spPr>
            <a:xfrm flipH="1">
              <a:off x="10974476" y="3045859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T7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359D263-81B0-4BC6-BB72-0A647C5ED936}"/>
                </a:ext>
              </a:extLst>
            </p:cNvPr>
            <p:cNvSpPr txBox="1"/>
            <p:nvPr/>
          </p:nvSpPr>
          <p:spPr>
            <a:xfrm flipH="1">
              <a:off x="11034771" y="4501317"/>
              <a:ext cx="265040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5D997B70-B839-46EB-BFEA-891A4D1135A4}"/>
                </a:ext>
              </a:extLst>
            </p:cNvPr>
            <p:cNvSpPr/>
            <p:nvPr/>
          </p:nvSpPr>
          <p:spPr>
            <a:xfrm>
              <a:off x="10402543" y="3148304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B6350DD-DD29-431B-8FF3-DB56B6EF444A}"/>
                </a:ext>
              </a:extLst>
            </p:cNvPr>
            <p:cNvSpPr/>
            <p:nvPr/>
          </p:nvSpPr>
          <p:spPr>
            <a:xfrm>
              <a:off x="10407236" y="4604290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0D5FD0C5-DB9D-4B13-826C-9609CD13D1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2992" y="4187957"/>
              <a:ext cx="41600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C725ECE0-9D15-427A-BAB0-B7E7BF6227F4}"/>
                </a:ext>
              </a:extLst>
            </p:cNvPr>
            <p:cNvGrpSpPr/>
            <p:nvPr/>
          </p:nvGrpSpPr>
          <p:grpSpPr>
            <a:xfrm>
              <a:off x="7441913" y="4389974"/>
              <a:ext cx="194158" cy="232254"/>
              <a:chOff x="7033285" y="4396713"/>
              <a:chExt cx="194158" cy="232254"/>
            </a:xfrm>
          </p:grpSpPr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83259098-6FD4-4B08-890D-EE33A4D5A6EE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2B379528-9BEC-452C-B981-66D03E1F1A77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B7DC5D6C-9CAA-47C1-875A-FF2C39B2EE2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87426A7F-0325-40C1-9BB9-494BAA0BD67E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232E4A2-1F56-4353-AC7C-136FC0FB0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836" y="4177938"/>
              <a:ext cx="788" cy="21303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2C1C39C1-733F-417C-A852-A56C8E395D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20071" y="4626175"/>
              <a:ext cx="22016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AB113EE-37D3-477C-8F13-ED5F50FAAEA4}"/>
                </a:ext>
              </a:extLst>
            </p:cNvPr>
            <p:cNvGrpSpPr/>
            <p:nvPr/>
          </p:nvGrpSpPr>
          <p:grpSpPr>
            <a:xfrm>
              <a:off x="7931265" y="4786518"/>
              <a:ext cx="194158" cy="232254"/>
              <a:chOff x="7033285" y="4396713"/>
              <a:chExt cx="194158" cy="232254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38BFE57B-35CC-49E7-9F56-3D634217057C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35963ECB-C248-4442-AEE1-B6BB26D0EF86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8CDDA7C8-7BE8-40CD-8F09-193FC0113C5D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18865C16-B03C-4BAA-ACCF-C02D63AFFBF1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14B95FAE-0976-4A4D-94F4-E17EB94E80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5864" y="5022632"/>
              <a:ext cx="6229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29A3FDF-9104-4B7A-A130-F95FC076F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4478" y="4625408"/>
              <a:ext cx="0" cy="390983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89A031F-7E97-40F6-8A51-E8F8542F3FC7}"/>
                </a:ext>
              </a:extLst>
            </p:cNvPr>
            <p:cNvCxnSpPr/>
            <p:nvPr/>
          </p:nvCxnSpPr>
          <p:spPr>
            <a:xfrm rot="16200000">
              <a:off x="8214066" y="491793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50525FB4-C16F-4EC5-B289-1462B1E03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49" y="5010579"/>
              <a:ext cx="0" cy="51969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A449AFA-3EA4-4BEC-A8CC-781B40D18DAC}"/>
                </a:ext>
              </a:extLst>
            </p:cNvPr>
            <p:cNvSpPr/>
            <p:nvPr/>
          </p:nvSpPr>
          <p:spPr>
            <a:xfrm>
              <a:off x="7295570" y="460428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797B5A8C-3CEB-4699-AB6E-68AE49F39A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00174" y="5530271"/>
              <a:ext cx="2808963" cy="44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D8EB07E3-5534-47FF-98DB-2FB6D3355489}"/>
                </a:ext>
              </a:extLst>
            </p:cNvPr>
            <p:cNvSpPr/>
            <p:nvPr/>
          </p:nvSpPr>
          <p:spPr>
            <a:xfrm>
              <a:off x="9889598" y="5499782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F1641F3C-A22A-49EB-9A47-7F98C84A28F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9884" y="417753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72F4C593-3069-48BC-BA88-2ABB57DE8A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1651" y="4084818"/>
              <a:ext cx="191529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78B04D-1D06-4BBE-92EF-7BB318D86E02}"/>
                </a:ext>
              </a:extLst>
            </p:cNvPr>
            <p:cNvSpPr txBox="1"/>
            <p:nvPr/>
          </p:nvSpPr>
          <p:spPr>
            <a:xfrm flipH="1">
              <a:off x="8424343" y="393070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CKL1</a:t>
              </a:r>
              <a:endParaRPr lang="ko-KR" altLang="en-US" sz="1200" b="1" kern="0" dirty="0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F6CBD07A-9A26-4009-A415-3443FCB13866}"/>
              </a:ext>
            </a:extLst>
          </p:cNvPr>
          <p:cNvGrpSpPr/>
          <p:nvPr/>
        </p:nvGrpSpPr>
        <p:grpSpPr>
          <a:xfrm>
            <a:off x="7303318" y="1161482"/>
            <a:ext cx="3856903" cy="4726074"/>
            <a:chOff x="7303318" y="1161482"/>
            <a:chExt cx="3856903" cy="4726074"/>
          </a:xfrm>
        </p:grpSpPr>
        <p:sp>
          <p:nvSpPr>
            <p:cNvPr id="286" name="Text Box 240">
              <a:extLst>
                <a:ext uri="{FF2B5EF4-FFF2-40B4-BE49-F238E27FC236}">
                  <a16:creationId xmlns:a16="http://schemas.microsoft.com/office/drawing/2014/main" id="{05EB35A1-85ED-499C-AF13-FD1C106F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303318" y="3541884"/>
              <a:ext cx="88201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Scan[n-1]</a:t>
              </a:r>
            </a:p>
          </p:txBody>
        </p:sp>
        <p:sp>
          <p:nvSpPr>
            <p:cNvPr id="287" name="Text Box 240">
              <a:extLst>
                <a:ext uri="{FF2B5EF4-FFF2-40B4-BE49-F238E27FC236}">
                  <a16:creationId xmlns:a16="http://schemas.microsoft.com/office/drawing/2014/main" id="{05EB1D40-E31F-4C5F-B74B-DC7927509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29494" y="4317144"/>
              <a:ext cx="41719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</a:t>
              </a:r>
            </a:p>
          </p:txBody>
        </p:sp>
        <p:sp>
          <p:nvSpPr>
            <p:cNvPr id="291" name="Text Box 240">
              <a:extLst>
                <a:ext uri="{FF2B5EF4-FFF2-40B4-BE49-F238E27FC236}">
                  <a16:creationId xmlns:a16="http://schemas.microsoft.com/office/drawing/2014/main" id="{FD86B95B-B1D2-472D-BC33-124095A83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09034" y="1322380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CK1</a:t>
              </a:r>
            </a:p>
          </p:txBody>
        </p:sp>
        <p:sp>
          <p:nvSpPr>
            <p:cNvPr id="292" name="Text Box 240">
              <a:extLst>
                <a:ext uri="{FF2B5EF4-FFF2-40B4-BE49-F238E27FC236}">
                  <a16:creationId xmlns:a16="http://schemas.microsoft.com/office/drawing/2014/main" id="{2D68442C-1F3F-48C4-BEC9-8804DAD85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88502" y="1789849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CK2</a:t>
              </a:r>
            </a:p>
          </p:txBody>
        </p:sp>
        <p:grpSp>
          <p:nvGrpSpPr>
            <p:cNvPr id="444" name="그룹 443">
              <a:extLst>
                <a:ext uri="{FF2B5EF4-FFF2-40B4-BE49-F238E27FC236}">
                  <a16:creationId xmlns:a16="http://schemas.microsoft.com/office/drawing/2014/main" id="{CB25CE50-DD66-449F-9745-8D25606FA03D}"/>
                </a:ext>
              </a:extLst>
            </p:cNvPr>
            <p:cNvGrpSpPr/>
            <p:nvPr/>
          </p:nvGrpSpPr>
          <p:grpSpPr>
            <a:xfrm>
              <a:off x="8206522" y="1216499"/>
              <a:ext cx="2936932" cy="268238"/>
              <a:chOff x="8214432" y="1402015"/>
              <a:chExt cx="2936932" cy="268238"/>
            </a:xfrm>
          </p:grpSpPr>
          <p:cxnSp>
            <p:nvCxnSpPr>
              <p:cNvPr id="299" name="직선 연결선 186">
                <a:extLst>
                  <a:ext uri="{FF2B5EF4-FFF2-40B4-BE49-F238E27FC236}">
                    <a16:creationId xmlns:a16="http://schemas.microsoft.com/office/drawing/2014/main" id="{9C9766E8-14C4-4B46-9E6A-7924BF61A6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1663005"/>
                <a:ext cx="237812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0" name="직선 연결선 177">
                <a:extLst>
                  <a:ext uri="{FF2B5EF4-FFF2-40B4-BE49-F238E27FC236}">
                    <a16:creationId xmlns:a16="http://schemas.microsoft.com/office/drawing/2014/main" id="{7E1ABCEA-1C4A-4C72-AB3E-45AC89FE0E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1" name="직선 연결선 178">
                <a:extLst>
                  <a:ext uri="{FF2B5EF4-FFF2-40B4-BE49-F238E27FC236}">
                    <a16:creationId xmlns:a16="http://schemas.microsoft.com/office/drawing/2014/main" id="{CFBAE40D-9B11-4739-B768-1D91516690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2" name="직선 연결선 180">
                <a:extLst>
                  <a:ext uri="{FF2B5EF4-FFF2-40B4-BE49-F238E27FC236}">
                    <a16:creationId xmlns:a16="http://schemas.microsoft.com/office/drawing/2014/main" id="{712DED64-1126-4607-B4BA-786E08F5AE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3" name="직선 연결선 186">
                <a:extLst>
                  <a:ext uri="{FF2B5EF4-FFF2-40B4-BE49-F238E27FC236}">
                    <a16:creationId xmlns:a16="http://schemas.microsoft.com/office/drawing/2014/main" id="{762E5893-6D90-4A9C-9E08-5A5DFCCEFF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670253"/>
                <a:ext cx="72434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4" name="직선 연결선 177">
                <a:extLst>
                  <a:ext uri="{FF2B5EF4-FFF2-40B4-BE49-F238E27FC236}">
                    <a16:creationId xmlns:a16="http://schemas.microsoft.com/office/drawing/2014/main" id="{A336AABD-0E17-406B-91F8-CEE51743AD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5" name="직선 연결선 178">
                <a:extLst>
                  <a:ext uri="{FF2B5EF4-FFF2-40B4-BE49-F238E27FC236}">
                    <a16:creationId xmlns:a16="http://schemas.microsoft.com/office/drawing/2014/main" id="{F320378D-13C2-4E5F-8DC5-74FC3D7017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6" name="직선 연결선 180">
                <a:extLst>
                  <a:ext uri="{FF2B5EF4-FFF2-40B4-BE49-F238E27FC236}">
                    <a16:creationId xmlns:a16="http://schemas.microsoft.com/office/drawing/2014/main" id="{3C78E604-8A1E-420F-B9D9-375EBF2B06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" name="직선 연결선 186">
                <a:extLst>
                  <a:ext uri="{FF2B5EF4-FFF2-40B4-BE49-F238E27FC236}">
                    <a16:creationId xmlns:a16="http://schemas.microsoft.com/office/drawing/2014/main" id="{589CFA89-EF16-4CE3-A12D-E1B0F1EB6D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663005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8" name="직선 연결선 177">
                <a:extLst>
                  <a:ext uri="{FF2B5EF4-FFF2-40B4-BE49-F238E27FC236}">
                    <a16:creationId xmlns:a16="http://schemas.microsoft.com/office/drawing/2014/main" id="{1E5E26E2-F9AE-495F-A894-6EC7CD0EEB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직선 연결선 178">
                <a:extLst>
                  <a:ext uri="{FF2B5EF4-FFF2-40B4-BE49-F238E27FC236}">
                    <a16:creationId xmlns:a16="http://schemas.microsoft.com/office/drawing/2014/main" id="{DF782227-F061-4E6F-8430-34DE0FE147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666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0" name="직선 연결선 180">
                <a:extLst>
                  <a:ext uri="{FF2B5EF4-FFF2-40B4-BE49-F238E27FC236}">
                    <a16:creationId xmlns:a16="http://schemas.microsoft.com/office/drawing/2014/main" id="{C5275A8D-7555-4601-8038-A7104C32C4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1" name="직선 연결선 151">
                <a:extLst>
                  <a:ext uri="{FF2B5EF4-FFF2-40B4-BE49-F238E27FC236}">
                    <a16:creationId xmlns:a16="http://schemas.microsoft.com/office/drawing/2014/main" id="{7CA4C866-2E5E-43BF-B257-E9EE13EC02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275" y="1661095"/>
                <a:ext cx="16808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1" name="Text Box 240">
              <a:extLst>
                <a:ext uri="{FF2B5EF4-FFF2-40B4-BE49-F238E27FC236}">
                  <a16:creationId xmlns:a16="http://schemas.microsoft.com/office/drawing/2014/main" id="{D85BA200-165C-4018-970A-ADEA1A9CD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35607" y="5391642"/>
              <a:ext cx="834390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Scan[n]</a:t>
              </a:r>
            </a:p>
          </p:txBody>
        </p:sp>
        <p:cxnSp>
          <p:nvCxnSpPr>
            <p:cNvPr id="322" name="직선 연결선 176">
              <a:extLst>
                <a:ext uri="{FF2B5EF4-FFF2-40B4-BE49-F238E27FC236}">
                  <a16:creationId xmlns:a16="http://schemas.microsoft.com/office/drawing/2014/main" id="{423FFAD1-753E-4AB4-9AAB-8AB558BE41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4322" y="5683492"/>
              <a:ext cx="820789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직선 연결선 179">
              <a:extLst>
                <a:ext uri="{FF2B5EF4-FFF2-40B4-BE49-F238E27FC236}">
                  <a16:creationId xmlns:a16="http://schemas.microsoft.com/office/drawing/2014/main" id="{994DC6F4-4397-4DE9-B4CC-61C992314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4921" y="5683492"/>
              <a:ext cx="175679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직선 연결선 177">
              <a:extLst>
                <a:ext uri="{FF2B5EF4-FFF2-40B4-BE49-F238E27FC236}">
                  <a16:creationId xmlns:a16="http://schemas.microsoft.com/office/drawing/2014/main" id="{A277EBFE-78CA-4A7F-A5A9-D308C7DD0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직선 연결선 178">
              <a:extLst>
                <a:ext uri="{FF2B5EF4-FFF2-40B4-BE49-F238E27FC236}">
                  <a16:creationId xmlns:a16="http://schemas.microsoft.com/office/drawing/2014/main" id="{5EEAFCCD-D92B-4026-8792-F5F864FC0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9951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직선 연결선 180">
              <a:extLst>
                <a:ext uri="{FF2B5EF4-FFF2-40B4-BE49-F238E27FC236}">
                  <a16:creationId xmlns:a16="http://schemas.microsoft.com/office/drawing/2014/main" id="{35703D53-CF0E-4416-B295-93934BE9FF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38171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81FFA6D-47DD-438D-AA1E-B61AE1753ACE}"/>
                </a:ext>
              </a:extLst>
            </p:cNvPr>
            <p:cNvGrpSpPr/>
            <p:nvPr/>
          </p:nvGrpSpPr>
          <p:grpSpPr>
            <a:xfrm>
              <a:off x="8173306" y="3987099"/>
              <a:ext cx="2881234" cy="537522"/>
              <a:chOff x="8191383" y="3983960"/>
              <a:chExt cx="2881234" cy="537522"/>
            </a:xfrm>
          </p:grpSpPr>
          <p:cxnSp>
            <p:nvCxnSpPr>
              <p:cNvPr id="293" name="직선 연결선 176">
                <a:extLst>
                  <a:ext uri="{FF2B5EF4-FFF2-40B4-BE49-F238E27FC236}">
                    <a16:creationId xmlns:a16="http://schemas.microsoft.com/office/drawing/2014/main" id="{DEBB0EA3-C8B3-411C-B918-F3C7C2B1BC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91383" y="4509941"/>
                <a:ext cx="2850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4" name="직선 연결선 179">
                <a:extLst>
                  <a:ext uri="{FF2B5EF4-FFF2-40B4-BE49-F238E27FC236}">
                    <a16:creationId xmlns:a16="http://schemas.microsoft.com/office/drawing/2014/main" id="{BF3D590A-5DB6-4E9D-A82D-74F7C9A79B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57180" y="4509941"/>
                <a:ext cx="1515437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5" name="직선 연결선 177">
                <a:extLst>
                  <a:ext uri="{FF2B5EF4-FFF2-40B4-BE49-F238E27FC236}">
                    <a16:creationId xmlns:a16="http://schemas.microsoft.com/office/drawing/2014/main" id="{FF64F3A2-F817-4209-91E5-7F3134A01E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63850" y="425105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6" name="직선 연결선 178">
                <a:extLst>
                  <a:ext uri="{FF2B5EF4-FFF2-40B4-BE49-F238E27FC236}">
                    <a16:creationId xmlns:a16="http://schemas.microsoft.com/office/drawing/2014/main" id="{4CF11EA4-F4B3-475A-B312-85B1CDFA1B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4232" y="399197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" name="직선 연결선 180">
                <a:extLst>
                  <a:ext uri="{FF2B5EF4-FFF2-40B4-BE49-F238E27FC236}">
                    <a16:creationId xmlns:a16="http://schemas.microsoft.com/office/drawing/2014/main" id="{15351558-9BF7-403F-9AF5-7B47041FE7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3090" y="4243040"/>
                <a:ext cx="560184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" name="직선 연결선 180">
                <a:extLst>
                  <a:ext uri="{FF2B5EF4-FFF2-40B4-BE49-F238E27FC236}">
                    <a16:creationId xmlns:a16="http://schemas.microsoft.com/office/drawing/2014/main" id="{7FDCE94B-1CAA-42F7-8B9B-7C095C452A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9734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" name="직선 연결선 327">
                <a:extLst>
                  <a:ext uri="{FF2B5EF4-FFF2-40B4-BE49-F238E27FC236}">
                    <a16:creationId xmlns:a16="http://schemas.microsoft.com/office/drawing/2014/main" id="{DAD27621-BAC1-4E3E-812C-C641483D93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3960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9" name="직선 연결선 180">
                <a:extLst>
                  <a:ext uri="{FF2B5EF4-FFF2-40B4-BE49-F238E27FC236}">
                    <a16:creationId xmlns:a16="http://schemas.microsoft.com/office/drawing/2014/main" id="{1C5497B9-9F53-48BA-8FF5-B83A05A039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6716" y="4251055"/>
                <a:ext cx="1504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0" name="직선 연결선 177">
                <a:extLst>
                  <a:ext uri="{FF2B5EF4-FFF2-40B4-BE49-F238E27FC236}">
                    <a16:creationId xmlns:a16="http://schemas.microsoft.com/office/drawing/2014/main" id="{8185939B-3412-4188-91AA-631D108334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57181" y="4262402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1" name="Text Box 240">
              <a:extLst>
                <a:ext uri="{FF2B5EF4-FFF2-40B4-BE49-F238E27FC236}">
                  <a16:creationId xmlns:a16="http://schemas.microsoft.com/office/drawing/2014/main" id="{9C9F830C-5B4B-45AC-BDC0-09E10D101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44735" y="4854393"/>
              <a:ext cx="49990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QB</a:t>
              </a:r>
            </a:p>
          </p:txBody>
        </p:sp>
        <p:cxnSp>
          <p:nvCxnSpPr>
            <p:cNvPr id="332" name="직선 연결선 176">
              <a:extLst>
                <a:ext uri="{FF2B5EF4-FFF2-40B4-BE49-F238E27FC236}">
                  <a16:creationId xmlns:a16="http://schemas.microsoft.com/office/drawing/2014/main" id="{060DE4A1-89EF-471B-908B-A96BA22CC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8756" y="4898599"/>
              <a:ext cx="635677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직선 연결선 178">
              <a:extLst>
                <a:ext uri="{FF2B5EF4-FFF2-40B4-BE49-F238E27FC236}">
                  <a16:creationId xmlns:a16="http://schemas.microsoft.com/office/drawing/2014/main" id="{37D8C8A3-A926-411C-A432-3FBFDB47D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24434" y="490545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직선 연결선 180">
              <a:extLst>
                <a:ext uri="{FF2B5EF4-FFF2-40B4-BE49-F238E27FC236}">
                  <a16:creationId xmlns:a16="http://schemas.microsoft.com/office/drawing/2014/main" id="{DDF8CB6C-A8E0-4715-9C85-BF0324BCDC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17042" y="5146243"/>
              <a:ext cx="721273" cy="510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직선 연결선 178">
              <a:extLst>
                <a:ext uri="{FF2B5EF4-FFF2-40B4-BE49-F238E27FC236}">
                  <a16:creationId xmlns:a16="http://schemas.microsoft.com/office/drawing/2014/main" id="{2545D970-F87C-4A50-B689-53DB3FDA6A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538315" y="489724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6" name="직선 연결선 176">
              <a:extLst>
                <a:ext uri="{FF2B5EF4-FFF2-40B4-BE49-F238E27FC236}">
                  <a16:creationId xmlns:a16="http://schemas.microsoft.com/office/drawing/2014/main" id="{B4F21AA4-2868-4191-BAF1-A1FD2F9CAC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38314" y="4910848"/>
              <a:ext cx="1516226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DD36D50-EF68-497F-866B-4785E7642BDC}"/>
                </a:ext>
              </a:extLst>
            </p:cNvPr>
            <p:cNvGrpSpPr/>
            <p:nvPr/>
          </p:nvGrpSpPr>
          <p:grpSpPr>
            <a:xfrm>
              <a:off x="8169643" y="3440850"/>
              <a:ext cx="2931087" cy="266753"/>
              <a:chOff x="8179291" y="2260429"/>
              <a:chExt cx="2931087" cy="266753"/>
            </a:xfrm>
          </p:grpSpPr>
          <p:cxnSp>
            <p:nvCxnSpPr>
              <p:cNvPr id="288" name="직선 연결선 176">
                <a:extLst>
                  <a:ext uri="{FF2B5EF4-FFF2-40B4-BE49-F238E27FC236}">
                    <a16:creationId xmlns:a16="http://schemas.microsoft.com/office/drawing/2014/main" id="{27E9925F-AB6A-4584-B888-49A4028A4B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79291" y="2527182"/>
                <a:ext cx="2729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" name="직선 연결선 179">
                <a:extLst>
                  <a:ext uri="{FF2B5EF4-FFF2-40B4-BE49-F238E27FC236}">
                    <a16:creationId xmlns:a16="http://schemas.microsoft.com/office/drawing/2014/main" id="{19679AE0-5529-4759-9A00-AECDC08A08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20742" y="2519510"/>
                <a:ext cx="228963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0" name="직선 연결선 180">
                <a:extLst>
                  <a:ext uri="{FF2B5EF4-FFF2-40B4-BE49-F238E27FC236}">
                    <a16:creationId xmlns:a16="http://schemas.microsoft.com/office/drawing/2014/main" id="{E609F995-8D90-43B7-8323-9FDB18E223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2262290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3" name="직선 연결선 177">
                <a:extLst>
                  <a:ext uri="{FF2B5EF4-FFF2-40B4-BE49-F238E27FC236}">
                    <a16:creationId xmlns:a16="http://schemas.microsoft.com/office/drawing/2014/main" id="{054F419B-E1DA-4121-A058-E871187FC6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3862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7" name="직선 연결선 177">
                <a:extLst>
                  <a:ext uri="{FF2B5EF4-FFF2-40B4-BE49-F238E27FC236}">
                    <a16:creationId xmlns:a16="http://schemas.microsoft.com/office/drawing/2014/main" id="{EFBB3192-CCDD-4F9A-AA26-CB46030423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1849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31110B5-FFE4-40C9-8B82-D67C50E2456E}"/>
                </a:ext>
              </a:extLst>
            </p:cNvPr>
            <p:cNvGrpSpPr/>
            <p:nvPr/>
          </p:nvGrpSpPr>
          <p:grpSpPr>
            <a:xfrm>
              <a:off x="8214432" y="1671015"/>
              <a:ext cx="2945789" cy="272856"/>
              <a:chOff x="8214432" y="1842028"/>
              <a:chExt cx="2945789" cy="272856"/>
            </a:xfrm>
          </p:grpSpPr>
          <p:cxnSp>
            <p:nvCxnSpPr>
              <p:cNvPr id="312" name="직선 연결선 186">
                <a:extLst>
                  <a:ext uri="{FF2B5EF4-FFF2-40B4-BE49-F238E27FC236}">
                    <a16:creationId xmlns:a16="http://schemas.microsoft.com/office/drawing/2014/main" id="{903599FD-A939-49F3-9B74-E9DD007BE7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2107636"/>
                <a:ext cx="7828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4" name="직선 연결선 178">
                <a:extLst>
                  <a:ext uri="{FF2B5EF4-FFF2-40B4-BE49-F238E27FC236}">
                    <a16:creationId xmlns:a16="http://schemas.microsoft.com/office/drawing/2014/main" id="{A44ACCA4-D26C-421E-8F8B-AA26EC1976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8656" y="18505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5" name="직선 연결선 180">
                <a:extLst>
                  <a:ext uri="{FF2B5EF4-FFF2-40B4-BE49-F238E27FC236}">
                    <a16:creationId xmlns:a16="http://schemas.microsoft.com/office/drawing/2014/main" id="{9220D9AF-1930-48F5-AEAF-9C5D3A7AE0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505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6" name="직선 연결선 186">
                <a:extLst>
                  <a:ext uri="{FF2B5EF4-FFF2-40B4-BE49-F238E27FC236}">
                    <a16:creationId xmlns:a16="http://schemas.microsoft.com/office/drawing/2014/main" id="{D5A0A4BD-E80E-4637-A01A-FD72690595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4624" y="2114884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7" name="직선 연결선 177">
                <a:extLst>
                  <a:ext uri="{FF2B5EF4-FFF2-40B4-BE49-F238E27FC236}">
                    <a16:creationId xmlns:a16="http://schemas.microsoft.com/office/drawing/2014/main" id="{0AD09585-21EA-46EC-A6D1-A206AF9B5D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8" name="직선 연결선 178">
                <a:extLst>
                  <a:ext uri="{FF2B5EF4-FFF2-40B4-BE49-F238E27FC236}">
                    <a16:creationId xmlns:a16="http://schemas.microsoft.com/office/drawing/2014/main" id="{43EAE4D2-99A0-4585-ABA4-4B8B86494E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9" name="직선 연결선 180">
                <a:extLst>
                  <a:ext uri="{FF2B5EF4-FFF2-40B4-BE49-F238E27FC236}">
                    <a16:creationId xmlns:a16="http://schemas.microsoft.com/office/drawing/2014/main" id="{B4F2C8C9-CAE8-42EC-A4B5-2D5DC54713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0" name="직선 연결선 186">
                <a:extLst>
                  <a:ext uri="{FF2B5EF4-FFF2-40B4-BE49-F238E27FC236}">
                    <a16:creationId xmlns:a16="http://schemas.microsoft.com/office/drawing/2014/main" id="{D286FBD7-DC7D-4C64-B84C-F6CFF8F892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2107636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" name="직선 연결선 178">
                <a:extLst>
                  <a:ext uri="{FF2B5EF4-FFF2-40B4-BE49-F238E27FC236}">
                    <a16:creationId xmlns:a16="http://schemas.microsoft.com/office/drawing/2014/main" id="{78077D19-AE60-4D0E-8B57-CDAD61A781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4202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43F95C3-82EF-448F-A8FC-BABBA4EF65E1}"/>
                </a:ext>
              </a:extLst>
            </p:cNvPr>
            <p:cNvGrpSpPr/>
            <p:nvPr/>
          </p:nvGrpSpPr>
          <p:grpSpPr>
            <a:xfrm>
              <a:off x="8214432" y="2733491"/>
              <a:ext cx="2886298" cy="492122"/>
              <a:chOff x="8214432" y="2701928"/>
              <a:chExt cx="2886298" cy="492122"/>
            </a:xfrm>
          </p:grpSpPr>
          <p:cxnSp>
            <p:nvCxnSpPr>
              <p:cNvPr id="411" name="직선 연결선 186">
                <a:extLst>
                  <a:ext uri="{FF2B5EF4-FFF2-40B4-BE49-F238E27FC236}">
                    <a16:creationId xmlns:a16="http://schemas.microsoft.com/office/drawing/2014/main" id="{47DA2B12-F962-484C-A396-FBF89AA268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4432" y="3169028"/>
                <a:ext cx="786751" cy="186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2" name="직선 연결선 178">
                <a:extLst>
                  <a:ext uri="{FF2B5EF4-FFF2-40B4-BE49-F238E27FC236}">
                    <a16:creationId xmlns:a16="http://schemas.microsoft.com/office/drawing/2014/main" id="{40E8BC3F-26FE-4AA6-AB58-E91C3F4CB4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9388656" y="2710415"/>
                <a:ext cx="5968" cy="4676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3" name="직선 연결선 180">
                <a:extLst>
                  <a:ext uri="{FF2B5EF4-FFF2-40B4-BE49-F238E27FC236}">
                    <a16:creationId xmlns:a16="http://schemas.microsoft.com/office/drawing/2014/main" id="{D7E1D3AB-28C3-4BBA-B4E3-78F6E879C3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" name="직선 연결선 186">
                <a:extLst>
                  <a:ext uri="{FF2B5EF4-FFF2-40B4-BE49-F238E27FC236}">
                    <a16:creationId xmlns:a16="http://schemas.microsoft.com/office/drawing/2014/main" id="{EB676CE1-F8DE-49A8-B0F7-47CCD166DD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0757" y="3178098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5" name="직선 연결선 177">
                <a:extLst>
                  <a:ext uri="{FF2B5EF4-FFF2-40B4-BE49-F238E27FC236}">
                    <a16:creationId xmlns:a16="http://schemas.microsoft.com/office/drawing/2014/main" id="{7DDC3201-6710-454D-898A-88CCA08048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6" name="직선 연결선 178">
                <a:extLst>
                  <a:ext uri="{FF2B5EF4-FFF2-40B4-BE49-F238E27FC236}">
                    <a16:creationId xmlns:a16="http://schemas.microsoft.com/office/drawing/2014/main" id="{04451006-56FD-4C4D-ABF0-B367C4303D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7" name="직선 연결선 180">
                <a:extLst>
                  <a:ext uri="{FF2B5EF4-FFF2-40B4-BE49-F238E27FC236}">
                    <a16:creationId xmlns:a16="http://schemas.microsoft.com/office/drawing/2014/main" id="{E25BB624-B53E-4C51-A0BF-EBE778828B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8" name="직선 연결선 186">
                <a:extLst>
                  <a:ext uri="{FF2B5EF4-FFF2-40B4-BE49-F238E27FC236}">
                    <a16:creationId xmlns:a16="http://schemas.microsoft.com/office/drawing/2014/main" id="{61488E8F-3AF2-4350-915E-30736F8F30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9688" y="3185939"/>
                <a:ext cx="611042" cy="1761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9" name="직선 연결선 178">
                <a:extLst>
                  <a:ext uri="{FF2B5EF4-FFF2-40B4-BE49-F238E27FC236}">
                    <a16:creationId xmlns:a16="http://schemas.microsoft.com/office/drawing/2014/main" id="{E2494B8D-7574-4C6D-A5B6-45D0DBC2D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0CD62BCE-668B-4669-A9D3-114D65E5278B}"/>
                </a:ext>
              </a:extLst>
            </p:cNvPr>
            <p:cNvGrpSpPr/>
            <p:nvPr/>
          </p:nvGrpSpPr>
          <p:grpSpPr>
            <a:xfrm>
              <a:off x="8214432" y="2171521"/>
              <a:ext cx="2403449" cy="492122"/>
              <a:chOff x="8764959" y="2701928"/>
              <a:chExt cx="2403449" cy="492122"/>
            </a:xfrm>
          </p:grpSpPr>
          <p:cxnSp>
            <p:nvCxnSpPr>
              <p:cNvPr id="421" name="직선 연결선 186">
                <a:extLst>
                  <a:ext uri="{FF2B5EF4-FFF2-40B4-BE49-F238E27FC236}">
                    <a16:creationId xmlns:a16="http://schemas.microsoft.com/office/drawing/2014/main" id="{1FF0E647-CF01-419E-8DC3-2028DE93BD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64959" y="3168513"/>
                <a:ext cx="236224" cy="23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2" name="직선 연결선 178">
                <a:extLst>
                  <a:ext uri="{FF2B5EF4-FFF2-40B4-BE49-F238E27FC236}">
                    <a16:creationId xmlns:a16="http://schemas.microsoft.com/office/drawing/2014/main" id="{11E2FEB9-679C-4343-AB7E-8DA213D8E7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82306" y="2707240"/>
                <a:ext cx="0" cy="465874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3" name="직선 연결선 180">
                <a:extLst>
                  <a:ext uri="{FF2B5EF4-FFF2-40B4-BE49-F238E27FC236}">
                    <a16:creationId xmlns:a16="http://schemas.microsoft.com/office/drawing/2014/main" id="{5D964739-D75A-40C9-B41B-B1FC5AF478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4" name="직선 연결선 186">
                <a:extLst>
                  <a:ext uri="{FF2B5EF4-FFF2-40B4-BE49-F238E27FC236}">
                    <a16:creationId xmlns:a16="http://schemas.microsoft.com/office/drawing/2014/main" id="{3371CA6A-2533-488C-9ECF-B33507C133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7582" y="3174923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5" name="직선 연결선 177">
                <a:extLst>
                  <a:ext uri="{FF2B5EF4-FFF2-40B4-BE49-F238E27FC236}">
                    <a16:creationId xmlns:a16="http://schemas.microsoft.com/office/drawing/2014/main" id="{5FDE0253-CA0B-4AA4-8720-52F553623D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6" name="직선 연결선 178">
                <a:extLst>
                  <a:ext uri="{FF2B5EF4-FFF2-40B4-BE49-F238E27FC236}">
                    <a16:creationId xmlns:a16="http://schemas.microsoft.com/office/drawing/2014/main" id="{7676FF81-82EB-4813-AEA9-0B2822DA4B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7" name="직선 연결선 180">
                <a:extLst>
                  <a:ext uri="{FF2B5EF4-FFF2-40B4-BE49-F238E27FC236}">
                    <a16:creationId xmlns:a16="http://schemas.microsoft.com/office/drawing/2014/main" id="{AFB5E75A-58FE-45DF-98E4-1966B3EB91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8" name="직선 연결선 186">
                <a:extLst>
                  <a:ext uri="{FF2B5EF4-FFF2-40B4-BE49-F238E27FC236}">
                    <a16:creationId xmlns:a16="http://schemas.microsoft.com/office/drawing/2014/main" id="{2C4351C4-3088-4D0C-AD29-41EBC3DBDD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9688" y="3185939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9" name="직선 연결선 178">
                <a:extLst>
                  <a:ext uri="{FF2B5EF4-FFF2-40B4-BE49-F238E27FC236}">
                    <a16:creationId xmlns:a16="http://schemas.microsoft.com/office/drawing/2014/main" id="{6AC81894-1452-4683-89DD-48C0C41846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33" name="직선 연결선 177">
              <a:extLst>
                <a:ext uri="{FF2B5EF4-FFF2-40B4-BE49-F238E27FC236}">
                  <a16:creationId xmlns:a16="http://schemas.microsoft.com/office/drawing/2014/main" id="{F1B968A3-A8ED-42EB-A67A-CB63DAFF3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614063" y="2167308"/>
              <a:ext cx="3886" cy="48501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4" name="직선 연결선 178">
              <a:extLst>
                <a:ext uri="{FF2B5EF4-FFF2-40B4-BE49-F238E27FC236}">
                  <a16:creationId xmlns:a16="http://schemas.microsoft.com/office/drawing/2014/main" id="{E0C10863-E2D4-418D-A528-37BFBA7C8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986463" y="2175953"/>
              <a:ext cx="3753" cy="47866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5" name="직선 연결선 180">
              <a:extLst>
                <a:ext uri="{FF2B5EF4-FFF2-40B4-BE49-F238E27FC236}">
                  <a16:creationId xmlns:a16="http://schemas.microsoft.com/office/drawing/2014/main" id="{DDE07649-697B-44C4-ACBF-77955455E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610887" y="2176833"/>
              <a:ext cx="368380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6" name="직선 연결선 186">
              <a:extLst>
                <a:ext uri="{FF2B5EF4-FFF2-40B4-BE49-F238E27FC236}">
                  <a16:creationId xmlns:a16="http://schemas.microsoft.com/office/drawing/2014/main" id="{E0B5A30F-0823-4012-835C-887878E80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982442" y="2647383"/>
              <a:ext cx="144197" cy="30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FAF7F0E1-1308-476A-B4DD-2C2470088447}"/>
                </a:ext>
              </a:extLst>
            </p:cNvPr>
            <p:cNvGrpSpPr/>
            <p:nvPr/>
          </p:nvGrpSpPr>
          <p:grpSpPr>
            <a:xfrm rot="10800000" flipH="1">
              <a:off x="8278296" y="1161482"/>
              <a:ext cx="2704979" cy="4726074"/>
              <a:chOff x="6064177" y="2332770"/>
              <a:chExt cx="2254149" cy="2543320"/>
            </a:xfrm>
          </p:grpSpPr>
          <p:cxnSp>
            <p:nvCxnSpPr>
              <p:cNvPr id="471" name="직선 연결선 123">
                <a:extLst>
                  <a:ext uri="{FF2B5EF4-FFF2-40B4-BE49-F238E27FC236}">
                    <a16:creationId xmlns:a16="http://schemas.microsoft.com/office/drawing/2014/main" id="{FCAE209C-CABE-45FC-84DB-B7555019C7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64177" y="235609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2" name="직선 연결선 129">
                <a:extLst>
                  <a:ext uri="{FF2B5EF4-FFF2-40B4-BE49-F238E27FC236}">
                    <a16:creationId xmlns:a16="http://schemas.microsoft.com/office/drawing/2014/main" id="{65F3DEF9-B18A-42FE-A27C-D9861D384D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0830" y="235608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3" name="직선 연결선 130">
                <a:extLst>
                  <a:ext uri="{FF2B5EF4-FFF2-40B4-BE49-F238E27FC236}">
                    <a16:creationId xmlns:a16="http://schemas.microsoft.com/office/drawing/2014/main" id="{F8BF0A36-4C80-4B40-8701-01D711F7EE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16518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4" name="직선 연결선 131">
                <a:extLst>
                  <a:ext uri="{FF2B5EF4-FFF2-40B4-BE49-F238E27FC236}">
                    <a16:creationId xmlns:a16="http://schemas.microsoft.com/office/drawing/2014/main" id="{42193C39-F9C9-42B6-8E9A-E5EB6F7032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666583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5" name="직선 연결선 140">
                <a:extLst>
                  <a:ext uri="{FF2B5EF4-FFF2-40B4-BE49-F238E27FC236}">
                    <a16:creationId xmlns:a16="http://schemas.microsoft.com/office/drawing/2014/main" id="{510F6915-1EC8-412E-8B1D-34FBFDDD55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94986" y="2339748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6" name="직선 연결선 141">
                <a:extLst>
                  <a:ext uri="{FF2B5EF4-FFF2-40B4-BE49-F238E27FC236}">
                    <a16:creationId xmlns:a16="http://schemas.microsoft.com/office/drawing/2014/main" id="{7C1033CE-8B45-48E4-9CC6-81FFEF243B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119839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7" name="직선 연결선 146">
                <a:extLst>
                  <a:ext uri="{FF2B5EF4-FFF2-40B4-BE49-F238E27FC236}">
                    <a16:creationId xmlns:a16="http://schemas.microsoft.com/office/drawing/2014/main" id="{083FB1C3-9A2F-41AE-A2A9-E7C3C19A3D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452321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8" name="직선 연결선 155">
                <a:extLst>
                  <a:ext uri="{FF2B5EF4-FFF2-40B4-BE49-F238E27FC236}">
                    <a16:creationId xmlns:a16="http://schemas.microsoft.com/office/drawing/2014/main" id="{EAE5171F-B226-4F2C-9EBD-D42DF29C23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77287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9" name="직선 연결선 155">
                <a:extLst>
                  <a:ext uri="{FF2B5EF4-FFF2-40B4-BE49-F238E27FC236}">
                    <a16:creationId xmlns:a16="http://schemas.microsoft.com/office/drawing/2014/main" id="{771269AA-CE39-4BB6-A80C-C56FF7F009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13193" y="234478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0" name="직선 연결선 155">
                <a:extLst>
                  <a:ext uri="{FF2B5EF4-FFF2-40B4-BE49-F238E27FC236}">
                    <a16:creationId xmlns:a16="http://schemas.microsoft.com/office/drawing/2014/main" id="{376F6B70-414E-49CF-9467-251A9CEBBBF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18326" y="233277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1" name="직선 연결선 480">
                <a:extLst>
                  <a:ext uri="{FF2B5EF4-FFF2-40B4-BE49-F238E27FC236}">
                    <a16:creationId xmlns:a16="http://schemas.microsoft.com/office/drawing/2014/main" id="{A6E84082-C05F-406A-AFD7-AA8BFF1F5B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903877" y="233911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2" name="Text Box 240">
              <a:extLst>
                <a:ext uri="{FF2B5EF4-FFF2-40B4-BE49-F238E27FC236}">
                  <a16:creationId xmlns:a16="http://schemas.microsoft.com/office/drawing/2014/main" id="{C80DA9E9-C30B-4CBF-A58F-93C0931F3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54215" y="2286510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CKL1</a:t>
              </a:r>
            </a:p>
          </p:txBody>
        </p:sp>
        <p:sp>
          <p:nvSpPr>
            <p:cNvPr id="483" name="Text Box 240">
              <a:extLst>
                <a:ext uri="{FF2B5EF4-FFF2-40B4-BE49-F238E27FC236}">
                  <a16:creationId xmlns:a16="http://schemas.microsoft.com/office/drawing/2014/main" id="{9C4DCDDA-92A1-4F56-8853-125CAA70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78631" y="2886849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CKL2</a:t>
              </a:r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266317D2-35DC-47AB-BF11-B9A27267DF6A}"/>
              </a:ext>
            </a:extLst>
          </p:cNvPr>
          <p:cNvSpPr txBox="1"/>
          <p:nvPr/>
        </p:nvSpPr>
        <p:spPr>
          <a:xfrm flipH="1">
            <a:off x="3959314" y="30949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T9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7BCE1C0-7713-4163-94CA-9461E16793ED}"/>
              </a:ext>
            </a:extLst>
          </p:cNvPr>
          <p:cNvSpPr txBox="1"/>
          <p:nvPr/>
        </p:nvSpPr>
        <p:spPr>
          <a:xfrm flipH="1">
            <a:off x="3071552" y="3248595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T10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8B143056-6F13-4EF0-ADFC-45134A261AD5}"/>
              </a:ext>
            </a:extLst>
          </p:cNvPr>
          <p:cNvSpPr txBox="1"/>
          <p:nvPr/>
        </p:nvSpPr>
        <p:spPr>
          <a:xfrm flipH="1">
            <a:off x="1502550" y="3744857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T2_2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51B340C-E72C-4E56-965B-BCC5BF693D14}"/>
              </a:ext>
            </a:extLst>
          </p:cNvPr>
          <p:cNvSpPr txBox="1"/>
          <p:nvPr/>
        </p:nvSpPr>
        <p:spPr>
          <a:xfrm flipH="1">
            <a:off x="1974714" y="41447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T2_3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81701C7F-7E5C-4641-9ACA-30BECEC748A1}"/>
              </a:ext>
            </a:extLst>
          </p:cNvPr>
          <p:cNvSpPr/>
          <p:nvPr/>
        </p:nvSpPr>
        <p:spPr>
          <a:xfrm>
            <a:off x="9391614" y="878177"/>
            <a:ext cx="570788" cy="5009379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FB8A7F3-DFE7-4A3D-9F74-9D1DBE6814AB}"/>
              </a:ext>
            </a:extLst>
          </p:cNvPr>
          <p:cNvSpPr txBox="1"/>
          <p:nvPr/>
        </p:nvSpPr>
        <p:spPr>
          <a:xfrm>
            <a:off x="9483776" y="863743"/>
            <a:ext cx="38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(3)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60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7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EF47A-646B-4F8F-8522-F189F7604BBE}"/>
              </a:ext>
            </a:extLst>
          </p:cNvPr>
          <p:cNvSpPr txBox="1"/>
          <p:nvPr/>
        </p:nvSpPr>
        <p:spPr>
          <a:xfrm>
            <a:off x="380990" y="125122"/>
            <a:ext cx="9080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Scan Driver </a:t>
            </a:r>
            <a:r>
              <a:rPr lang="ko-KR" altLang="en-US" sz="3200" b="1" dirty="0">
                <a:latin typeface="+mj-ea"/>
                <a:ea typeface="+mj-ea"/>
              </a:rPr>
              <a:t>동작과정 </a:t>
            </a:r>
            <a:r>
              <a:rPr lang="en-US" altLang="ko-KR" sz="3200" b="1" dirty="0">
                <a:latin typeface="+mj-ea"/>
                <a:ea typeface="+mj-ea"/>
              </a:rPr>
              <a:t>(4)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BE6B47DC-F1CF-466D-AE84-795D89E46F7D}"/>
              </a:ext>
            </a:extLst>
          </p:cNvPr>
          <p:cNvGrpSpPr/>
          <p:nvPr/>
        </p:nvGrpSpPr>
        <p:grpSpPr>
          <a:xfrm>
            <a:off x="274049" y="863743"/>
            <a:ext cx="5256474" cy="4524397"/>
            <a:chOff x="6143908" y="1707350"/>
            <a:chExt cx="5256474" cy="4524397"/>
          </a:xfrm>
        </p:grpSpPr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552F03AF-7C49-4F7D-AD43-69DE2F22B52B}"/>
                </a:ext>
              </a:extLst>
            </p:cNvPr>
            <p:cNvGrpSpPr/>
            <p:nvPr/>
          </p:nvGrpSpPr>
          <p:grpSpPr>
            <a:xfrm rot="10800000" flipH="1">
              <a:off x="6890738" y="2653731"/>
              <a:ext cx="232254" cy="194158"/>
              <a:chOff x="1480270" y="4149080"/>
              <a:chExt cx="216024" cy="216024"/>
            </a:xfrm>
          </p:grpSpPr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9E7655E6-D59A-4B41-88CA-4BACBA08452A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24A18056-7D2F-4B9A-9ADA-00251B0709F1}"/>
                  </a:ext>
                </a:extLst>
              </p:cNvPr>
              <p:cNvCxnSpPr/>
              <p:nvPr/>
            </p:nvCxnSpPr>
            <p:spPr>
              <a:xfrm flipH="1">
                <a:off x="1552278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3" name="직선 연결선 282">
                <a:extLst>
                  <a:ext uri="{FF2B5EF4-FFF2-40B4-BE49-F238E27FC236}">
                    <a16:creationId xmlns:a16="http://schemas.microsoft.com/office/drawing/2014/main" id="{64394147-EB98-43D1-9FA0-D0F5CEE5ABAF}"/>
                  </a:ext>
                </a:extLst>
              </p:cNvPr>
              <p:cNvCxnSpPr/>
              <p:nvPr/>
            </p:nvCxnSpPr>
            <p:spPr>
              <a:xfrm>
                <a:off x="1552278" y="4365104"/>
                <a:ext cx="14401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E3E85504-A890-45B0-8E81-3D344C5152CB}"/>
                  </a:ext>
                </a:extLst>
              </p:cNvPr>
              <p:cNvCxnSpPr/>
              <p:nvPr/>
            </p:nvCxnSpPr>
            <p:spPr>
              <a:xfrm flipH="1">
                <a:off x="1480270" y="4149080"/>
                <a:ext cx="0" cy="2160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60085238-59E0-4E32-B8E9-BF98042CEB23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7868180" y="1968691"/>
              <a:ext cx="30298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73935191-D493-46AC-AA24-CB71997AA2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5505" y="4721225"/>
              <a:ext cx="13632" cy="108539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5701E356-9484-4139-9782-9A2C62720C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 flipV="1">
              <a:off x="11096462" y="2225059"/>
              <a:ext cx="0" cy="85075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5680024-CF8C-4D07-90EF-E37BCAC184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36071" y="4624086"/>
              <a:ext cx="3233528" cy="728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F4A77E67-CAD8-4FEE-8956-F98298E5C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46" y="2835972"/>
              <a:ext cx="2341" cy="1561581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BE9BE195-8532-49D3-8837-AB7F68B92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2662" y="1968691"/>
              <a:ext cx="1440" cy="40300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DA404157-2338-40C7-A692-F9FFFFFC2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598" y="4709392"/>
              <a:ext cx="11763" cy="824054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AA6AA735-EDE2-464C-935B-BC3BBE59DAFE}"/>
                </a:ext>
              </a:extLst>
            </p:cNvPr>
            <p:cNvCxnSpPr/>
            <p:nvPr/>
          </p:nvCxnSpPr>
          <p:spPr>
            <a:xfrm rot="10800000">
              <a:off x="10674946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DE18D1A-66A6-440E-9472-47F8E5F17D89}"/>
                </a:ext>
              </a:extLst>
            </p:cNvPr>
            <p:cNvCxnSpPr/>
            <p:nvPr/>
          </p:nvCxnSpPr>
          <p:spPr>
            <a:xfrm rot="10800000">
              <a:off x="10597529" y="3399263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7A70E147-89EF-4C09-AD39-2C70393BFDF1}"/>
                </a:ext>
              </a:extLst>
            </p:cNvPr>
            <p:cNvCxnSpPr/>
            <p:nvPr/>
          </p:nvCxnSpPr>
          <p:spPr>
            <a:xfrm rot="10800000">
              <a:off x="10693039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D0F95E1D-3E85-47F3-9F07-9A89412D8FE0}"/>
                </a:ext>
              </a:extLst>
            </p:cNvPr>
            <p:cNvCxnSpPr/>
            <p:nvPr/>
          </p:nvCxnSpPr>
          <p:spPr>
            <a:xfrm rot="10800000">
              <a:off x="10615621" y="4864864"/>
              <a:ext cx="0" cy="24837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D2E0C5EC-C9E2-45BB-933E-6FA1CC1809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74946" y="3523452"/>
              <a:ext cx="421516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8FDDCFB0-6F51-4CF8-88A8-C3BE93DA68F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17238" y="3523452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FCF4BA83-38F4-45A5-AB59-09F6FC4B63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685338" y="4989053"/>
              <a:ext cx="40460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29B6599-35BC-4AA1-8680-07CC367652E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989053"/>
              <a:ext cx="17259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C6342233-DC65-47BA-8375-929ED5BC33B5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H="1">
              <a:off x="10426454" y="4618006"/>
              <a:ext cx="0" cy="371047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6FD8929-FFAE-4099-8689-F9A695763C44}"/>
                </a:ext>
              </a:extLst>
            </p:cNvPr>
            <p:cNvSpPr txBox="1"/>
            <p:nvPr/>
          </p:nvSpPr>
          <p:spPr>
            <a:xfrm flipH="1">
              <a:off x="9799530" y="340568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T4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0721EB1-60DA-461C-A1BB-2AD71B4BA095}"/>
                </a:ext>
              </a:extLst>
            </p:cNvPr>
            <p:cNvSpPr txBox="1"/>
            <p:nvPr/>
          </p:nvSpPr>
          <p:spPr>
            <a:xfrm flipH="1">
              <a:off x="6921283" y="4573604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T2_1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9A04493-6D83-4006-9733-8A1395B9D5B7}"/>
                </a:ext>
              </a:extLst>
            </p:cNvPr>
            <p:cNvSpPr txBox="1"/>
            <p:nvPr/>
          </p:nvSpPr>
          <p:spPr>
            <a:xfrm flipH="1">
              <a:off x="6211532" y="261467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CKL1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A0AD504-DB81-4FB6-AC82-55018CB364D3}"/>
                </a:ext>
              </a:extLst>
            </p:cNvPr>
            <p:cNvSpPr txBox="1"/>
            <p:nvPr/>
          </p:nvSpPr>
          <p:spPr>
            <a:xfrm flipH="1">
              <a:off x="10867203" y="1979791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BDF97308-D56B-42E9-9040-2EF85D178A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7262" y="3544184"/>
              <a:ext cx="71532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8E1891A-07BA-4E45-AFF2-8A9664C53F5E}"/>
                </a:ext>
              </a:extLst>
            </p:cNvPr>
            <p:cNvSpPr txBox="1"/>
            <p:nvPr/>
          </p:nvSpPr>
          <p:spPr>
            <a:xfrm flipH="1">
              <a:off x="10029358" y="4606148"/>
              <a:ext cx="48630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0070C0"/>
                  </a:solidFill>
                </a:rPr>
                <a:t>QB</a:t>
              </a:r>
              <a:endParaRPr lang="ko-KR" altLang="en-US" sz="1200" b="1" kern="0" dirty="0">
                <a:solidFill>
                  <a:srgbClr val="0070C0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7CA3A1-9AE3-4677-A3EF-925E9F28D748}"/>
                </a:ext>
              </a:extLst>
            </p:cNvPr>
            <p:cNvSpPr txBox="1"/>
            <p:nvPr/>
          </p:nvSpPr>
          <p:spPr>
            <a:xfrm flipH="1">
              <a:off x="10817889" y="5954748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VGL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D8C8D53-479E-4619-B4F2-2857CE8D65F9}"/>
                </a:ext>
              </a:extLst>
            </p:cNvPr>
            <p:cNvSpPr/>
            <p:nvPr/>
          </p:nvSpPr>
          <p:spPr>
            <a:xfrm rot="10800000" flipH="1">
              <a:off x="11000921" y="5809933"/>
              <a:ext cx="216431" cy="163899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F5CD205-6021-4416-B104-3D3FF836A320}"/>
                </a:ext>
              </a:extLst>
            </p:cNvPr>
            <p:cNvSpPr txBox="1"/>
            <p:nvPr/>
          </p:nvSpPr>
          <p:spPr>
            <a:xfrm flipH="1">
              <a:off x="6742622" y="2010618"/>
              <a:ext cx="780162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Scan[n-1]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C8F67BE-792A-437E-B3F0-B347982F3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096462" y="3971287"/>
              <a:ext cx="229258" cy="1263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93C7148-B99D-462C-84A3-BF90A6CD4DBC}"/>
                </a:ext>
              </a:extLst>
            </p:cNvPr>
            <p:cNvSpPr txBox="1"/>
            <p:nvPr/>
          </p:nvSpPr>
          <p:spPr>
            <a:xfrm flipH="1">
              <a:off x="10463178" y="5093068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651AC5C-A8C8-4448-860B-91DA7FCC42A3}"/>
                </a:ext>
              </a:extLst>
            </p:cNvPr>
            <p:cNvSpPr txBox="1"/>
            <p:nvPr/>
          </p:nvSpPr>
          <p:spPr>
            <a:xfrm flipH="1">
              <a:off x="10442630" y="3616762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1BA21618-36F7-4B82-A3C3-3C31235ED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942" y="2311600"/>
              <a:ext cx="0" cy="344885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B23B41BB-4B38-493C-BD90-FD8A59A860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8515" y="2750044"/>
              <a:ext cx="219175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C5F2618D-7C82-4EF8-B7A3-7ACCF46224C2}"/>
                </a:ext>
              </a:extLst>
            </p:cNvPr>
            <p:cNvCxnSpPr/>
            <p:nvPr/>
          </p:nvCxnSpPr>
          <p:spPr>
            <a:xfrm>
              <a:off x="8006477" y="236779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46D94054-C6E8-4BDC-AC00-451FAB3B2FEB}"/>
                </a:ext>
              </a:extLst>
            </p:cNvPr>
            <p:cNvCxnSpPr/>
            <p:nvPr/>
          </p:nvCxnSpPr>
          <p:spPr>
            <a:xfrm>
              <a:off x="8161313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BA12A555-03C9-48BB-BB5E-5C8E543912D3}"/>
                </a:ext>
              </a:extLst>
            </p:cNvPr>
            <p:cNvCxnSpPr/>
            <p:nvPr/>
          </p:nvCxnSpPr>
          <p:spPr>
            <a:xfrm flipH="1">
              <a:off x="8006477" y="25619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6E3CDFFB-4E06-4282-AE3B-8BEB35FB81CD}"/>
                </a:ext>
              </a:extLst>
            </p:cNvPr>
            <p:cNvCxnSpPr/>
            <p:nvPr/>
          </p:nvCxnSpPr>
          <p:spPr>
            <a:xfrm>
              <a:off x="8238731" y="236779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27FC1E6-D2DD-4590-96E6-4E2EEFBEBBF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45662" y="2462498"/>
              <a:ext cx="123218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11882868-F8D4-4BC3-BD84-19E75DE7FCC4}"/>
                </a:ext>
              </a:extLst>
            </p:cNvPr>
            <p:cNvSpPr txBox="1"/>
            <p:nvPr/>
          </p:nvSpPr>
          <p:spPr>
            <a:xfrm flipH="1">
              <a:off x="8330752" y="2329772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30C21D1D-67C3-4FC2-9562-9EA7FEDB9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9400" y="2552192"/>
              <a:ext cx="0" cy="56709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A9E07819-60B9-4895-99B1-E38E06A15D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14862" y="3170654"/>
              <a:ext cx="374582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25821FEE-1E6B-466D-9F59-D8066B307646}"/>
                </a:ext>
              </a:extLst>
            </p:cNvPr>
            <p:cNvCxnSpPr/>
            <p:nvPr/>
          </p:nvCxnSpPr>
          <p:spPr>
            <a:xfrm rot="10800000">
              <a:off x="10947017" y="3268511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1D3F2A57-B967-43D7-A271-1FB9E3FCF7B0}"/>
                </a:ext>
              </a:extLst>
            </p:cNvPr>
            <p:cNvCxnSpPr/>
            <p:nvPr/>
          </p:nvCxnSpPr>
          <p:spPr>
            <a:xfrm rot="10800000">
              <a:off x="10947017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34AC1D61-5BC4-4B36-A811-DF248DBC7A39}"/>
                </a:ext>
              </a:extLst>
            </p:cNvPr>
            <p:cNvCxnSpPr/>
            <p:nvPr/>
          </p:nvCxnSpPr>
          <p:spPr>
            <a:xfrm rot="10800000" flipH="1">
              <a:off x="10947017" y="307435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DA8BEEB2-16EE-4E66-843B-84B19F88395E}"/>
                </a:ext>
              </a:extLst>
            </p:cNvPr>
            <p:cNvCxnSpPr/>
            <p:nvPr/>
          </p:nvCxnSpPr>
          <p:spPr>
            <a:xfrm rot="10800000">
              <a:off x="10869599" y="3074353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97FA8609-ABC2-4F96-8ECC-0412462996F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21092" y="3169587"/>
              <a:ext cx="0" cy="353864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B36AF56D-5757-49E8-9AC2-04FF566703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096462" y="3258635"/>
              <a:ext cx="5391" cy="1281318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96F20F8-4D9D-482F-B3FF-16F279FCDE3F}"/>
                </a:ext>
              </a:extLst>
            </p:cNvPr>
            <p:cNvSpPr txBox="1"/>
            <p:nvPr/>
          </p:nvSpPr>
          <p:spPr>
            <a:xfrm flipH="1">
              <a:off x="7746823" y="2311600"/>
              <a:ext cx="26456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T3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8BA90123-80D4-4739-91A0-D4CD79ED91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7826" y="4623887"/>
              <a:ext cx="450073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908EE3B-53CA-45B7-871C-624A0EADC5BE}"/>
                </a:ext>
              </a:extLst>
            </p:cNvPr>
            <p:cNvGrpSpPr/>
            <p:nvPr/>
          </p:nvGrpSpPr>
          <p:grpSpPr>
            <a:xfrm>
              <a:off x="7033285" y="4396713"/>
              <a:ext cx="194158" cy="232254"/>
              <a:chOff x="7033285" y="4396713"/>
              <a:chExt cx="194158" cy="232254"/>
            </a:xfrm>
          </p:grpSpPr>
          <p:cxnSp>
            <p:nvCxnSpPr>
              <p:cNvPr id="277" name="직선 연결선 276">
                <a:extLst>
                  <a:ext uri="{FF2B5EF4-FFF2-40B4-BE49-F238E27FC236}">
                    <a16:creationId xmlns:a16="http://schemas.microsoft.com/office/drawing/2014/main" id="{B707C238-6402-4FD2-ACF4-4BB653C63654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8" name="직선 연결선 277">
                <a:extLst>
                  <a:ext uri="{FF2B5EF4-FFF2-40B4-BE49-F238E27FC236}">
                    <a16:creationId xmlns:a16="http://schemas.microsoft.com/office/drawing/2014/main" id="{2FDF9995-DE19-4F89-9780-C9D7443D35F5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ED3AE372-0C1F-4E9B-AF41-C8A5ABD2D81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0BC1ED3A-9F20-49A9-A9DF-204DF66F538B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6579B77-C4F9-47BB-9394-A1173A173B1E}"/>
                </a:ext>
              </a:extLst>
            </p:cNvPr>
            <p:cNvSpPr txBox="1"/>
            <p:nvPr/>
          </p:nvSpPr>
          <p:spPr>
            <a:xfrm flipH="1">
              <a:off x="7067671" y="2622301"/>
              <a:ext cx="41382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T5_2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FED9B25-E427-4BA5-899D-9B9673AA5E90}"/>
                </a:ext>
              </a:extLst>
            </p:cNvPr>
            <p:cNvSpPr txBox="1"/>
            <p:nvPr/>
          </p:nvSpPr>
          <p:spPr>
            <a:xfrm flipH="1">
              <a:off x="6143908" y="448515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CK1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8FF45B49-21A2-4236-BEB3-4CAF7F43EAB1}"/>
                </a:ext>
              </a:extLst>
            </p:cNvPr>
            <p:cNvSpPr/>
            <p:nvPr/>
          </p:nvSpPr>
          <p:spPr>
            <a:xfrm>
              <a:off x="7104548" y="3139511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99F3B60-B7C1-4EC0-85B8-966D66666487}"/>
                </a:ext>
              </a:extLst>
            </p:cNvPr>
            <p:cNvSpPr txBox="1"/>
            <p:nvPr/>
          </p:nvSpPr>
          <p:spPr>
            <a:xfrm flipH="1">
              <a:off x="7191490" y="2896478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14935C1D-1EA9-48E8-B7C3-B66C71681D3E}"/>
                </a:ext>
              </a:extLst>
            </p:cNvPr>
            <p:cNvCxnSpPr/>
            <p:nvPr/>
          </p:nvCxnSpPr>
          <p:spPr>
            <a:xfrm rot="10800000">
              <a:off x="9752097" y="364212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41D04B5E-A557-4AC3-8384-E50AA4C87B31}"/>
                </a:ext>
              </a:extLst>
            </p:cNvPr>
            <p:cNvCxnSpPr/>
            <p:nvPr/>
          </p:nvCxnSpPr>
          <p:spPr>
            <a:xfrm rot="10800000">
              <a:off x="9752097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F8A8BF10-2BDF-4321-AE89-4E6031847A18}"/>
                </a:ext>
              </a:extLst>
            </p:cNvPr>
            <p:cNvCxnSpPr/>
            <p:nvPr/>
          </p:nvCxnSpPr>
          <p:spPr>
            <a:xfrm rot="10800000" flipH="1">
              <a:off x="9752097" y="3447962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6B5C986A-4EA2-440F-9D98-6FFCA75FA8E6}"/>
                </a:ext>
              </a:extLst>
            </p:cNvPr>
            <p:cNvCxnSpPr/>
            <p:nvPr/>
          </p:nvCxnSpPr>
          <p:spPr>
            <a:xfrm rot="10800000">
              <a:off x="9674679" y="3447962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2E4A0F9E-609A-4DC8-92F3-C637020B6A59}"/>
                </a:ext>
              </a:extLst>
            </p:cNvPr>
            <p:cNvCxnSpPr/>
            <p:nvPr/>
          </p:nvCxnSpPr>
          <p:spPr>
            <a:xfrm rot="10800000">
              <a:off x="9751998" y="4715843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BC8AF792-538D-4193-9C89-7384F95458D4}"/>
                </a:ext>
              </a:extLst>
            </p:cNvPr>
            <p:cNvCxnSpPr/>
            <p:nvPr/>
          </p:nvCxnSpPr>
          <p:spPr>
            <a:xfrm rot="10800000">
              <a:off x="9751998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8710015C-D31B-4EFD-975E-C72CB6BDBB3C}"/>
                </a:ext>
              </a:extLst>
            </p:cNvPr>
            <p:cNvCxnSpPr/>
            <p:nvPr/>
          </p:nvCxnSpPr>
          <p:spPr>
            <a:xfrm rot="10800000" flipH="1">
              <a:off x="9751998" y="4521685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5E117586-9E84-487D-B733-E7F86C450540}"/>
                </a:ext>
              </a:extLst>
            </p:cNvPr>
            <p:cNvCxnSpPr/>
            <p:nvPr/>
          </p:nvCxnSpPr>
          <p:spPr>
            <a:xfrm rot="10800000">
              <a:off x="9674580" y="4521685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3FF23104-11FB-4E84-ACF4-6789F990A4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9400" y="3250689"/>
              <a:ext cx="15281" cy="1527627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96947C83-5524-4CB7-8258-E3881D7BFA80}"/>
                </a:ext>
              </a:extLst>
            </p:cNvPr>
            <p:cNvSpPr/>
            <p:nvPr/>
          </p:nvSpPr>
          <p:spPr>
            <a:xfrm>
              <a:off x="8005499" y="4591586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3B9BAFAC-11BF-4200-959C-E2030183FC5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906933" y="3175973"/>
              <a:ext cx="0" cy="277262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15870C85-5B2D-4B03-8419-4474A2F011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6933" y="364208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20B5C1FF-15B1-4C0A-8430-CA68D0EB652E}"/>
                </a:ext>
              </a:extLst>
            </p:cNvPr>
            <p:cNvGrpSpPr/>
            <p:nvPr/>
          </p:nvGrpSpPr>
          <p:grpSpPr>
            <a:xfrm>
              <a:off x="9672102" y="3977298"/>
              <a:ext cx="245981" cy="194158"/>
              <a:chOff x="8475102" y="3459120"/>
              <a:chExt cx="232254" cy="194158"/>
            </a:xfrm>
          </p:grpSpPr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EE26FFC1-B6A2-4539-B3B0-B39326C194CC}"/>
                  </a:ext>
                </a:extLst>
              </p:cNvPr>
              <p:cNvCxnSpPr/>
              <p:nvPr/>
            </p:nvCxnSpPr>
            <p:spPr>
              <a:xfrm rot="10800000">
                <a:off x="8552520" y="3653278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4" name="직선 연결선 273">
                <a:extLst>
                  <a:ext uri="{FF2B5EF4-FFF2-40B4-BE49-F238E27FC236}">
                    <a16:creationId xmlns:a16="http://schemas.microsoft.com/office/drawing/2014/main" id="{ED48ED74-37A3-4D72-80BE-B91DA695FEB9}"/>
                  </a:ext>
                </a:extLst>
              </p:cNvPr>
              <p:cNvCxnSpPr/>
              <p:nvPr/>
            </p:nvCxnSpPr>
            <p:spPr>
              <a:xfrm rot="10800000">
                <a:off x="8552520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6D21971B-0931-4CC0-8DB6-E32EDB5B1B47}"/>
                  </a:ext>
                </a:extLst>
              </p:cNvPr>
              <p:cNvCxnSpPr/>
              <p:nvPr/>
            </p:nvCxnSpPr>
            <p:spPr>
              <a:xfrm rot="10800000" flipH="1">
                <a:off x="8552520" y="3459120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FEE53DD7-746F-4A87-B51F-71056CB77385}"/>
                  </a:ext>
                </a:extLst>
              </p:cNvPr>
              <p:cNvCxnSpPr/>
              <p:nvPr/>
            </p:nvCxnSpPr>
            <p:spPr>
              <a:xfrm rot="10800000">
                <a:off x="8475102" y="345912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6BD507B-92ED-4A7C-A6CA-071A2A6F7870}"/>
                </a:ext>
              </a:extLst>
            </p:cNvPr>
            <p:cNvSpPr txBox="1"/>
            <p:nvPr/>
          </p:nvSpPr>
          <p:spPr>
            <a:xfrm flipH="1">
              <a:off x="9168730" y="3407989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CKL2</a:t>
              </a:r>
              <a:endParaRPr lang="ko-KR" altLang="en-US" sz="1200" b="1" kern="0" dirty="0"/>
            </a:p>
          </p:txBody>
        </p: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FF9AD76E-21CE-4992-8EA2-098B43D31A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37339" y="4080759"/>
              <a:ext cx="417971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60AD4585-8932-4E40-BB70-892F9178D0D8}"/>
                </a:ext>
              </a:extLst>
            </p:cNvPr>
            <p:cNvGrpSpPr/>
            <p:nvPr/>
          </p:nvGrpSpPr>
          <p:grpSpPr>
            <a:xfrm>
              <a:off x="9043180" y="3864032"/>
              <a:ext cx="194158" cy="232254"/>
              <a:chOff x="9024782" y="3879419"/>
              <a:chExt cx="194158" cy="232254"/>
            </a:xfrm>
          </p:grpSpPr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D40CF436-81AA-47B6-9105-670AA1A22170}"/>
                  </a:ext>
                </a:extLst>
              </p:cNvPr>
              <p:cNvCxnSpPr/>
              <p:nvPr/>
            </p:nvCxnSpPr>
            <p:spPr>
              <a:xfrm rot="16200000">
                <a:off x="8947364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61912EBD-54E8-4262-975E-34824667894D}"/>
                  </a:ext>
                </a:extLst>
              </p:cNvPr>
              <p:cNvCxnSpPr/>
              <p:nvPr/>
            </p:nvCxnSpPr>
            <p:spPr>
              <a:xfrm rot="16200000">
                <a:off x="9121861" y="3859758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1" name="직선 연결선 270">
                <a:extLst>
                  <a:ext uri="{FF2B5EF4-FFF2-40B4-BE49-F238E27FC236}">
                    <a16:creationId xmlns:a16="http://schemas.microsoft.com/office/drawing/2014/main" id="{22004B7D-273B-4255-A3B7-B5B07BD3ECA8}"/>
                  </a:ext>
                </a:extLst>
              </p:cNvPr>
              <p:cNvCxnSpPr/>
              <p:nvPr/>
            </p:nvCxnSpPr>
            <p:spPr>
              <a:xfrm rot="16200000" flipH="1">
                <a:off x="9141522" y="4034255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55E667B0-48E5-44B7-8778-AD20A87ED634}"/>
                  </a:ext>
                </a:extLst>
              </p:cNvPr>
              <p:cNvCxnSpPr/>
              <p:nvPr/>
            </p:nvCxnSpPr>
            <p:spPr>
              <a:xfrm rot="16200000">
                <a:off x="9121861" y="3782340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FD0C10E8-F103-45EF-87ED-5F0D371F16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27226" y="3178703"/>
              <a:ext cx="4776" cy="6853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3EFB2D89-5A3F-4735-BE2B-D5F28A25AE6C}"/>
                </a:ext>
              </a:extLst>
            </p:cNvPr>
            <p:cNvSpPr/>
            <p:nvPr/>
          </p:nvSpPr>
          <p:spPr>
            <a:xfrm>
              <a:off x="9102833" y="3148215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94D5747-AC9F-4501-A6F0-D6B7EF85C290}"/>
                </a:ext>
              </a:extLst>
            </p:cNvPr>
            <p:cNvSpPr txBox="1"/>
            <p:nvPr/>
          </p:nvSpPr>
          <p:spPr>
            <a:xfrm flipH="1">
              <a:off x="10293561" y="2911646"/>
              <a:ext cx="248748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srgbClr val="FF0000"/>
                  </a:solidFill>
                </a:rPr>
                <a:t>Q</a:t>
              </a:r>
              <a:endParaRPr lang="ko-KR" altLang="en-US" sz="1200" b="1" kern="0" dirty="0">
                <a:solidFill>
                  <a:srgbClr val="FF0000"/>
                </a:solidFill>
              </a:endParaRPr>
            </a:p>
          </p:txBody>
        </p: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CB1503FF-9309-4CB6-AD2F-9991EBE69DB1}"/>
                </a:ext>
              </a:extLst>
            </p:cNvPr>
            <p:cNvCxnSpPr/>
            <p:nvPr/>
          </p:nvCxnSpPr>
          <p:spPr>
            <a:xfrm rot="10800000">
              <a:off x="10941626" y="4726448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9E9BCF71-44DD-44CD-82D6-A864093F44CD}"/>
                </a:ext>
              </a:extLst>
            </p:cNvPr>
            <p:cNvCxnSpPr/>
            <p:nvPr/>
          </p:nvCxnSpPr>
          <p:spPr>
            <a:xfrm rot="10800000">
              <a:off x="10941626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79CF2179-BCEC-4578-8041-DC3854835D00}"/>
                </a:ext>
              </a:extLst>
            </p:cNvPr>
            <p:cNvCxnSpPr/>
            <p:nvPr/>
          </p:nvCxnSpPr>
          <p:spPr>
            <a:xfrm rot="10800000" flipH="1">
              <a:off x="10941626" y="4532290"/>
              <a:ext cx="154836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5BF954CF-61F3-4F9D-88C7-F77AC3745C98}"/>
                </a:ext>
              </a:extLst>
            </p:cNvPr>
            <p:cNvCxnSpPr/>
            <p:nvPr/>
          </p:nvCxnSpPr>
          <p:spPr>
            <a:xfrm rot="10800000">
              <a:off x="10864208" y="453229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34" name="원호 233">
              <a:extLst>
                <a:ext uri="{FF2B5EF4-FFF2-40B4-BE49-F238E27FC236}">
                  <a16:creationId xmlns:a16="http://schemas.microsoft.com/office/drawing/2014/main" id="{2D1D7EA4-4E0C-4B52-81E7-ACA47A835BF6}"/>
                </a:ext>
              </a:extLst>
            </p:cNvPr>
            <p:cNvSpPr/>
            <p:nvPr/>
          </p:nvSpPr>
          <p:spPr>
            <a:xfrm rot="5114988">
              <a:off x="7930849" y="3110764"/>
              <a:ext cx="145087" cy="154314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5" name="원호 234">
              <a:extLst>
                <a:ext uri="{FF2B5EF4-FFF2-40B4-BE49-F238E27FC236}">
                  <a16:creationId xmlns:a16="http://schemas.microsoft.com/office/drawing/2014/main" id="{40DEEC28-2002-497F-A066-2752485F8E42}"/>
                </a:ext>
              </a:extLst>
            </p:cNvPr>
            <p:cNvSpPr/>
            <p:nvPr/>
          </p:nvSpPr>
          <p:spPr>
            <a:xfrm rot="21503946">
              <a:off x="7928371" y="3118585"/>
              <a:ext cx="154314" cy="145087"/>
            </a:xfrm>
            <a:prstGeom prst="arc">
              <a:avLst/>
            </a:prstGeom>
            <a:noFill/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</a:ln>
            <a:effectLst/>
          </p:spPr>
          <p:txBody>
            <a:bodyPr lIns="36000" rIns="36000" rtlCol="0" anchor="ctr"/>
            <a:lstStyle/>
            <a:p>
              <a:pPr algn="ctr" latinLnBrk="0">
                <a:defRPr/>
              </a:pPr>
              <a:endParaRPr lang="ko-KR" altLang="en-US" sz="1200" ker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FA966B1-723D-472F-A74B-281D27977CDE}"/>
                </a:ext>
              </a:extLst>
            </p:cNvPr>
            <p:cNvSpPr txBox="1"/>
            <p:nvPr/>
          </p:nvSpPr>
          <p:spPr>
            <a:xfrm flipH="1">
              <a:off x="7728423" y="1707350"/>
              <a:ext cx="582493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VGH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0A2168FC-BCF9-4BCC-9079-5A65A866A58D}"/>
                </a:ext>
              </a:extLst>
            </p:cNvPr>
            <p:cNvSpPr txBox="1"/>
            <p:nvPr/>
          </p:nvSpPr>
          <p:spPr>
            <a:xfrm flipH="1">
              <a:off x="9447169" y="4692207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>
                  <a:solidFill>
                    <a:prstClr val="black"/>
                  </a:solidFill>
                </a:rPr>
                <a:t>T6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8F41BC70-C51B-420A-9C5C-267E299F5D12}"/>
                </a:ext>
              </a:extLst>
            </p:cNvPr>
            <p:cNvSpPr txBox="1"/>
            <p:nvPr/>
          </p:nvSpPr>
          <p:spPr>
            <a:xfrm flipH="1">
              <a:off x="10974476" y="3045859"/>
              <a:ext cx="392386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T7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359D263-81B0-4BC6-BB72-0A647C5ED936}"/>
                </a:ext>
              </a:extLst>
            </p:cNvPr>
            <p:cNvSpPr txBox="1"/>
            <p:nvPr/>
          </p:nvSpPr>
          <p:spPr>
            <a:xfrm flipH="1">
              <a:off x="11034771" y="4501317"/>
              <a:ext cx="265040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</a:rPr>
                <a:t>T8</a:t>
              </a:r>
              <a:endParaRPr lang="ko-KR" altLang="en-US" sz="120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5D997B70-B839-46EB-BFEA-891A4D1135A4}"/>
                </a:ext>
              </a:extLst>
            </p:cNvPr>
            <p:cNvSpPr/>
            <p:nvPr/>
          </p:nvSpPr>
          <p:spPr>
            <a:xfrm>
              <a:off x="10402543" y="3148304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B6350DD-DD29-431B-8FF3-DB56B6EF444A}"/>
                </a:ext>
              </a:extLst>
            </p:cNvPr>
            <p:cNvSpPr/>
            <p:nvPr/>
          </p:nvSpPr>
          <p:spPr>
            <a:xfrm>
              <a:off x="10407236" y="4604290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0D5FD0C5-DB9D-4B13-826C-9609CD13D1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22992" y="4187957"/>
              <a:ext cx="41600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C725ECE0-9D15-427A-BAB0-B7E7BF6227F4}"/>
                </a:ext>
              </a:extLst>
            </p:cNvPr>
            <p:cNvGrpSpPr/>
            <p:nvPr/>
          </p:nvGrpSpPr>
          <p:grpSpPr>
            <a:xfrm>
              <a:off x="7441913" y="4389974"/>
              <a:ext cx="194158" cy="232254"/>
              <a:chOff x="7033285" y="4396713"/>
              <a:chExt cx="194158" cy="232254"/>
            </a:xfrm>
          </p:grpSpPr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83259098-6FD4-4B08-890D-EE33A4D5A6EE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6" name="직선 연결선 265">
                <a:extLst>
                  <a:ext uri="{FF2B5EF4-FFF2-40B4-BE49-F238E27FC236}">
                    <a16:creationId xmlns:a16="http://schemas.microsoft.com/office/drawing/2014/main" id="{2B379528-9BEC-452C-B981-66D03E1F1A77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B7DC5D6C-9CAA-47C1-875A-FF2C39B2EE29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87426A7F-0325-40C1-9BB9-494BAA0BD67E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232E4A2-1F56-4353-AC7C-136FC0FB0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1836" y="4177938"/>
              <a:ext cx="788" cy="21303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2C1C39C1-733F-417C-A852-A56C8E395D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20071" y="4626175"/>
              <a:ext cx="220167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AB113EE-37D3-477C-8F13-ED5F50FAAEA4}"/>
                </a:ext>
              </a:extLst>
            </p:cNvPr>
            <p:cNvGrpSpPr/>
            <p:nvPr/>
          </p:nvGrpSpPr>
          <p:grpSpPr>
            <a:xfrm>
              <a:off x="7931265" y="4786518"/>
              <a:ext cx="194158" cy="232254"/>
              <a:chOff x="7033285" y="4396713"/>
              <a:chExt cx="194158" cy="232254"/>
            </a:xfrm>
          </p:grpSpPr>
          <p:cxnSp>
            <p:nvCxnSpPr>
              <p:cNvPr id="261" name="직선 연결선 260">
                <a:extLst>
                  <a:ext uri="{FF2B5EF4-FFF2-40B4-BE49-F238E27FC236}">
                    <a16:creationId xmlns:a16="http://schemas.microsoft.com/office/drawing/2014/main" id="{38BFE57B-35CC-49E7-9F56-3D634217057C}"/>
                  </a:ext>
                </a:extLst>
              </p:cNvPr>
              <p:cNvCxnSpPr/>
              <p:nvPr/>
            </p:nvCxnSpPr>
            <p:spPr>
              <a:xfrm rot="16200000">
                <a:off x="6955867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2" name="직선 연결선 261">
                <a:extLst>
                  <a:ext uri="{FF2B5EF4-FFF2-40B4-BE49-F238E27FC236}">
                    <a16:creationId xmlns:a16="http://schemas.microsoft.com/office/drawing/2014/main" id="{35963ECB-C248-4442-AEE1-B6BB26D0EF86}"/>
                  </a:ext>
                </a:extLst>
              </p:cNvPr>
              <p:cNvCxnSpPr/>
              <p:nvPr/>
            </p:nvCxnSpPr>
            <p:spPr>
              <a:xfrm rot="16200000">
                <a:off x="7130364" y="4377052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8CDDA7C8-7BE8-40CD-8F09-193FC0113C5D}"/>
                  </a:ext>
                </a:extLst>
              </p:cNvPr>
              <p:cNvCxnSpPr/>
              <p:nvPr/>
            </p:nvCxnSpPr>
            <p:spPr>
              <a:xfrm rot="16200000" flipH="1">
                <a:off x="7150025" y="4551549"/>
                <a:ext cx="154836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18865C16-B03C-4BAA-ACCF-C02D63AFFBF1}"/>
                  </a:ext>
                </a:extLst>
              </p:cNvPr>
              <p:cNvCxnSpPr/>
              <p:nvPr/>
            </p:nvCxnSpPr>
            <p:spPr>
              <a:xfrm rot="16200000">
                <a:off x="7130364" y="4299634"/>
                <a:ext cx="0" cy="19415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14B95FAE-0976-4A4D-94F4-E17EB94E80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5864" y="5022632"/>
              <a:ext cx="622940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29A3FDF-9104-4B7A-A130-F95FC076F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4478" y="4625408"/>
              <a:ext cx="0" cy="390983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89A031F-7E97-40F6-8A51-E8F8542F3FC7}"/>
                </a:ext>
              </a:extLst>
            </p:cNvPr>
            <p:cNvCxnSpPr/>
            <p:nvPr/>
          </p:nvCxnSpPr>
          <p:spPr>
            <a:xfrm rot="16200000">
              <a:off x="8214066" y="4917930"/>
              <a:ext cx="0" cy="194158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50525FB4-C16F-4EC5-B289-1462B1E03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349" y="5010579"/>
              <a:ext cx="0" cy="51969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A449AFA-3EA4-4BEC-A8CC-781B40D18DAC}"/>
                </a:ext>
              </a:extLst>
            </p:cNvPr>
            <p:cNvSpPr/>
            <p:nvPr/>
          </p:nvSpPr>
          <p:spPr>
            <a:xfrm>
              <a:off x="7295570" y="4604289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797B5A8C-3CEB-4699-AB6E-68AE49F39A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00174" y="5530271"/>
              <a:ext cx="2808963" cy="442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D8EB07E3-5534-47FF-98DB-2FB6D3355489}"/>
                </a:ext>
              </a:extLst>
            </p:cNvPr>
            <p:cNvSpPr/>
            <p:nvPr/>
          </p:nvSpPr>
          <p:spPr>
            <a:xfrm>
              <a:off x="9889598" y="5499782"/>
              <a:ext cx="47822" cy="609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F1641F3C-A22A-49EB-9A47-7F98C84A28F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909884" y="4177536"/>
              <a:ext cx="2063" cy="336509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72F4C593-3069-48BC-BA88-2ABB57DE8A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51651" y="4084818"/>
              <a:ext cx="191529" cy="0"/>
            </a:xfrm>
            <a:prstGeom prst="line">
              <a:avLst/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905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478B04D-1D06-4BBE-92EF-7BB318D86E02}"/>
                </a:ext>
              </a:extLst>
            </p:cNvPr>
            <p:cNvSpPr txBox="1"/>
            <p:nvPr/>
          </p:nvSpPr>
          <p:spPr>
            <a:xfrm flipH="1">
              <a:off x="8424343" y="3930708"/>
              <a:ext cx="458517" cy="27699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 latinLnBrk="0">
                <a:defRPr/>
              </a:pPr>
              <a:r>
                <a:rPr lang="en-US" altLang="ko-KR" sz="1200" b="1" kern="0" dirty="0"/>
                <a:t>CKL1</a:t>
              </a:r>
              <a:endParaRPr lang="ko-KR" altLang="en-US" sz="1200" b="1" kern="0" dirty="0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F6CBD07A-9A26-4009-A415-3443FCB13866}"/>
              </a:ext>
            </a:extLst>
          </p:cNvPr>
          <p:cNvGrpSpPr/>
          <p:nvPr/>
        </p:nvGrpSpPr>
        <p:grpSpPr>
          <a:xfrm>
            <a:off x="7303318" y="1161482"/>
            <a:ext cx="3856903" cy="4726074"/>
            <a:chOff x="7303318" y="1161482"/>
            <a:chExt cx="3856903" cy="4726074"/>
          </a:xfrm>
        </p:grpSpPr>
        <p:sp>
          <p:nvSpPr>
            <p:cNvPr id="286" name="Text Box 240">
              <a:extLst>
                <a:ext uri="{FF2B5EF4-FFF2-40B4-BE49-F238E27FC236}">
                  <a16:creationId xmlns:a16="http://schemas.microsoft.com/office/drawing/2014/main" id="{05EB35A1-85ED-499C-AF13-FD1C106F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303318" y="3541884"/>
              <a:ext cx="88201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Scan[n-1]</a:t>
              </a:r>
            </a:p>
          </p:txBody>
        </p:sp>
        <p:sp>
          <p:nvSpPr>
            <p:cNvPr id="287" name="Text Box 240">
              <a:extLst>
                <a:ext uri="{FF2B5EF4-FFF2-40B4-BE49-F238E27FC236}">
                  <a16:creationId xmlns:a16="http://schemas.microsoft.com/office/drawing/2014/main" id="{05EB1D40-E31F-4C5F-B74B-DC7927509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29494" y="4317144"/>
              <a:ext cx="41719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</a:t>
              </a:r>
            </a:p>
          </p:txBody>
        </p:sp>
        <p:sp>
          <p:nvSpPr>
            <p:cNvPr id="291" name="Text Box 240">
              <a:extLst>
                <a:ext uri="{FF2B5EF4-FFF2-40B4-BE49-F238E27FC236}">
                  <a16:creationId xmlns:a16="http://schemas.microsoft.com/office/drawing/2014/main" id="{FD86B95B-B1D2-472D-BC33-124095A83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709034" y="1322380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CK1</a:t>
              </a:r>
            </a:p>
          </p:txBody>
        </p:sp>
        <p:sp>
          <p:nvSpPr>
            <p:cNvPr id="292" name="Text Box 240">
              <a:extLst>
                <a:ext uri="{FF2B5EF4-FFF2-40B4-BE49-F238E27FC236}">
                  <a16:creationId xmlns:a16="http://schemas.microsoft.com/office/drawing/2014/main" id="{2D68442C-1F3F-48C4-BEC9-8804DAD85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88502" y="1789849"/>
              <a:ext cx="579120" cy="291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CK2</a:t>
              </a:r>
            </a:p>
          </p:txBody>
        </p:sp>
        <p:grpSp>
          <p:nvGrpSpPr>
            <p:cNvPr id="444" name="그룹 443">
              <a:extLst>
                <a:ext uri="{FF2B5EF4-FFF2-40B4-BE49-F238E27FC236}">
                  <a16:creationId xmlns:a16="http://schemas.microsoft.com/office/drawing/2014/main" id="{CB25CE50-DD66-449F-9745-8D25606FA03D}"/>
                </a:ext>
              </a:extLst>
            </p:cNvPr>
            <p:cNvGrpSpPr/>
            <p:nvPr/>
          </p:nvGrpSpPr>
          <p:grpSpPr>
            <a:xfrm>
              <a:off x="8206522" y="1216499"/>
              <a:ext cx="2936932" cy="268238"/>
              <a:chOff x="8214432" y="1402015"/>
              <a:chExt cx="2936932" cy="268238"/>
            </a:xfrm>
          </p:grpSpPr>
          <p:cxnSp>
            <p:nvCxnSpPr>
              <p:cNvPr id="299" name="직선 연결선 186">
                <a:extLst>
                  <a:ext uri="{FF2B5EF4-FFF2-40B4-BE49-F238E27FC236}">
                    <a16:creationId xmlns:a16="http://schemas.microsoft.com/office/drawing/2014/main" id="{9C9766E8-14C4-4B46-9E6A-7924BF61A6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1663005"/>
                <a:ext cx="237812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0" name="직선 연결선 177">
                <a:extLst>
                  <a:ext uri="{FF2B5EF4-FFF2-40B4-BE49-F238E27FC236}">
                    <a16:creationId xmlns:a16="http://schemas.microsoft.com/office/drawing/2014/main" id="{7E1ABCEA-1C4A-4C72-AB3E-45AC89FE0E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1" name="직선 연결선 178">
                <a:extLst>
                  <a:ext uri="{FF2B5EF4-FFF2-40B4-BE49-F238E27FC236}">
                    <a16:creationId xmlns:a16="http://schemas.microsoft.com/office/drawing/2014/main" id="{CFBAE40D-9B11-4739-B768-1D91516690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40588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2" name="직선 연결선 180">
                <a:extLst>
                  <a:ext uri="{FF2B5EF4-FFF2-40B4-BE49-F238E27FC236}">
                    <a16:creationId xmlns:a16="http://schemas.microsoft.com/office/drawing/2014/main" id="{712DED64-1126-4607-B4BA-786E08F5AE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140588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3" name="직선 연결선 186">
                <a:extLst>
                  <a:ext uri="{FF2B5EF4-FFF2-40B4-BE49-F238E27FC236}">
                    <a16:creationId xmlns:a16="http://schemas.microsoft.com/office/drawing/2014/main" id="{762E5893-6D90-4A9C-9E08-5A5DFCCEFF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0743" y="1670253"/>
                <a:ext cx="72434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4" name="직선 연결선 177">
                <a:extLst>
                  <a:ext uri="{FF2B5EF4-FFF2-40B4-BE49-F238E27FC236}">
                    <a16:creationId xmlns:a16="http://schemas.microsoft.com/office/drawing/2014/main" id="{A336AABD-0E17-406B-91F8-CEE51743AD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5" name="직선 연결선 178">
                <a:extLst>
                  <a:ext uri="{FF2B5EF4-FFF2-40B4-BE49-F238E27FC236}">
                    <a16:creationId xmlns:a16="http://schemas.microsoft.com/office/drawing/2014/main" id="{F320378D-13C2-4E5F-8DC5-74FC3D7017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410857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6" name="직선 연결선 180">
                <a:extLst>
                  <a:ext uri="{FF2B5EF4-FFF2-40B4-BE49-F238E27FC236}">
                    <a16:creationId xmlns:a16="http://schemas.microsoft.com/office/drawing/2014/main" id="{3C78E604-8A1E-420F-B9D9-375EBF2B06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45089" y="1410857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7" name="직선 연결선 186">
                <a:extLst>
                  <a:ext uri="{FF2B5EF4-FFF2-40B4-BE49-F238E27FC236}">
                    <a16:creationId xmlns:a16="http://schemas.microsoft.com/office/drawing/2014/main" id="{589CFA89-EF16-4CE3-A12D-E1B0F1EB6D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936448" y="1663005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8" name="직선 연결선 177">
                <a:extLst>
                  <a:ext uri="{FF2B5EF4-FFF2-40B4-BE49-F238E27FC236}">
                    <a16:creationId xmlns:a16="http://schemas.microsoft.com/office/drawing/2014/main" id="{1E5E26E2-F9AE-495F-A894-6EC7CD0EEB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직선 연결선 178">
                <a:extLst>
                  <a:ext uri="{FF2B5EF4-FFF2-40B4-BE49-F238E27FC236}">
                    <a16:creationId xmlns:a16="http://schemas.microsoft.com/office/drawing/2014/main" id="{DF782227-F061-4E6F-8430-34DE0FE147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666" y="14020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0" name="직선 연결선 180">
                <a:extLst>
                  <a:ext uri="{FF2B5EF4-FFF2-40B4-BE49-F238E27FC236}">
                    <a16:creationId xmlns:a16="http://schemas.microsoft.com/office/drawing/2014/main" id="{C5275A8D-7555-4601-8038-A7104C32C4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615168" y="1402015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1" name="직선 연결선 151">
                <a:extLst>
                  <a:ext uri="{FF2B5EF4-FFF2-40B4-BE49-F238E27FC236}">
                    <a16:creationId xmlns:a16="http://schemas.microsoft.com/office/drawing/2014/main" id="{7CA4C866-2E5E-43BF-B257-E9EE13EC02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983275" y="1661095"/>
                <a:ext cx="16808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1" name="Text Box 240">
              <a:extLst>
                <a:ext uri="{FF2B5EF4-FFF2-40B4-BE49-F238E27FC236}">
                  <a16:creationId xmlns:a16="http://schemas.microsoft.com/office/drawing/2014/main" id="{D85BA200-165C-4018-970A-ADEA1A9CD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35607" y="5391642"/>
              <a:ext cx="834390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Scan[n]</a:t>
              </a:r>
            </a:p>
          </p:txBody>
        </p:sp>
        <p:cxnSp>
          <p:nvCxnSpPr>
            <p:cNvPr id="322" name="직선 연결선 176">
              <a:extLst>
                <a:ext uri="{FF2B5EF4-FFF2-40B4-BE49-F238E27FC236}">
                  <a16:creationId xmlns:a16="http://schemas.microsoft.com/office/drawing/2014/main" id="{423FFAD1-753E-4AB4-9AAB-8AB558BE41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4322" y="5683492"/>
              <a:ext cx="820789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직선 연결선 179">
              <a:extLst>
                <a:ext uri="{FF2B5EF4-FFF2-40B4-BE49-F238E27FC236}">
                  <a16:creationId xmlns:a16="http://schemas.microsoft.com/office/drawing/2014/main" id="{994DC6F4-4397-4DE9-B4CC-61C992314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4921" y="5683492"/>
              <a:ext cx="175679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직선 연결선 177">
              <a:extLst>
                <a:ext uri="{FF2B5EF4-FFF2-40B4-BE49-F238E27FC236}">
                  <a16:creationId xmlns:a16="http://schemas.microsoft.com/office/drawing/2014/main" id="{A277EBFE-78CA-4A7F-A5A9-D308C7DD0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직선 연결선 178">
              <a:extLst>
                <a:ext uri="{FF2B5EF4-FFF2-40B4-BE49-F238E27FC236}">
                  <a16:creationId xmlns:a16="http://schemas.microsoft.com/office/drawing/2014/main" id="{5EEAFCCD-D92B-4026-8792-F5F864FC0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389951" y="5424264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직선 연결선 180">
              <a:extLst>
                <a:ext uri="{FF2B5EF4-FFF2-40B4-BE49-F238E27FC236}">
                  <a16:creationId xmlns:a16="http://schemas.microsoft.com/office/drawing/2014/main" id="{35703D53-CF0E-4416-B295-93934BE9FF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006213" y="5424264"/>
              <a:ext cx="381715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81FFA6D-47DD-438D-AA1E-B61AE1753ACE}"/>
                </a:ext>
              </a:extLst>
            </p:cNvPr>
            <p:cNvGrpSpPr/>
            <p:nvPr/>
          </p:nvGrpSpPr>
          <p:grpSpPr>
            <a:xfrm>
              <a:off x="8173306" y="3987099"/>
              <a:ext cx="2881234" cy="537522"/>
              <a:chOff x="8191383" y="3983960"/>
              <a:chExt cx="2881234" cy="537522"/>
            </a:xfrm>
          </p:grpSpPr>
          <p:cxnSp>
            <p:nvCxnSpPr>
              <p:cNvPr id="293" name="직선 연결선 176">
                <a:extLst>
                  <a:ext uri="{FF2B5EF4-FFF2-40B4-BE49-F238E27FC236}">
                    <a16:creationId xmlns:a16="http://schemas.microsoft.com/office/drawing/2014/main" id="{DEBB0EA3-C8B3-411C-B918-F3C7C2B1BC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91383" y="4509941"/>
                <a:ext cx="2850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4" name="직선 연결선 179">
                <a:extLst>
                  <a:ext uri="{FF2B5EF4-FFF2-40B4-BE49-F238E27FC236}">
                    <a16:creationId xmlns:a16="http://schemas.microsoft.com/office/drawing/2014/main" id="{BF3D590A-5DB6-4E9D-A82D-74F7C9A79B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57180" y="4509941"/>
                <a:ext cx="1515437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5" name="직선 연결선 177">
                <a:extLst>
                  <a:ext uri="{FF2B5EF4-FFF2-40B4-BE49-F238E27FC236}">
                    <a16:creationId xmlns:a16="http://schemas.microsoft.com/office/drawing/2014/main" id="{FF64F3A2-F817-4209-91E5-7F3134A01E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63850" y="425105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6" name="직선 연결선 178">
                <a:extLst>
                  <a:ext uri="{FF2B5EF4-FFF2-40B4-BE49-F238E27FC236}">
                    <a16:creationId xmlns:a16="http://schemas.microsoft.com/office/drawing/2014/main" id="{4CF11EA4-F4B3-475A-B312-85B1CDFA1B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4232" y="399197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" name="직선 연결선 180">
                <a:extLst>
                  <a:ext uri="{FF2B5EF4-FFF2-40B4-BE49-F238E27FC236}">
                    <a16:creationId xmlns:a16="http://schemas.microsoft.com/office/drawing/2014/main" id="{15351558-9BF7-403F-9AF5-7B47041FE7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3090" y="4243040"/>
                <a:ext cx="560184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" name="직선 연결선 180">
                <a:extLst>
                  <a:ext uri="{FF2B5EF4-FFF2-40B4-BE49-F238E27FC236}">
                    <a16:creationId xmlns:a16="http://schemas.microsoft.com/office/drawing/2014/main" id="{7FDCE94B-1CAA-42F7-8B9B-7C095C452A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9734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" name="직선 연결선 327">
                <a:extLst>
                  <a:ext uri="{FF2B5EF4-FFF2-40B4-BE49-F238E27FC236}">
                    <a16:creationId xmlns:a16="http://schemas.microsoft.com/office/drawing/2014/main" id="{DAD27621-BAC1-4E3E-812C-C641483D93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012172" y="3983960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9" name="직선 연결선 180">
                <a:extLst>
                  <a:ext uri="{FF2B5EF4-FFF2-40B4-BE49-F238E27FC236}">
                    <a16:creationId xmlns:a16="http://schemas.microsoft.com/office/drawing/2014/main" id="{1C5497B9-9F53-48BA-8FF5-B83A05A039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406716" y="4251055"/>
                <a:ext cx="1504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0" name="직선 연결선 177">
                <a:extLst>
                  <a:ext uri="{FF2B5EF4-FFF2-40B4-BE49-F238E27FC236}">
                    <a16:creationId xmlns:a16="http://schemas.microsoft.com/office/drawing/2014/main" id="{8185939B-3412-4188-91AA-631D108334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557181" y="4262402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1" name="Text Box 240">
              <a:extLst>
                <a:ext uri="{FF2B5EF4-FFF2-40B4-BE49-F238E27FC236}">
                  <a16:creationId xmlns:a16="http://schemas.microsoft.com/office/drawing/2014/main" id="{9C9F830C-5B4B-45AC-BDC0-09E10D101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644735" y="4854393"/>
              <a:ext cx="499904" cy="291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charset="0"/>
                  <a:ea typeface="굴림" charset="-127"/>
                </a:rPr>
                <a:t>QB</a:t>
              </a:r>
            </a:p>
          </p:txBody>
        </p:sp>
        <p:cxnSp>
          <p:nvCxnSpPr>
            <p:cNvPr id="332" name="직선 연결선 176">
              <a:extLst>
                <a:ext uri="{FF2B5EF4-FFF2-40B4-BE49-F238E27FC236}">
                  <a16:creationId xmlns:a16="http://schemas.microsoft.com/office/drawing/2014/main" id="{060DE4A1-89EF-471B-908B-A96BA22CC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188756" y="4898599"/>
              <a:ext cx="635677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직선 연결선 178">
              <a:extLst>
                <a:ext uri="{FF2B5EF4-FFF2-40B4-BE49-F238E27FC236}">
                  <a16:creationId xmlns:a16="http://schemas.microsoft.com/office/drawing/2014/main" id="{37D8C8A3-A926-411C-A432-3FBFDB47D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24434" y="490545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직선 연결선 180">
              <a:extLst>
                <a:ext uri="{FF2B5EF4-FFF2-40B4-BE49-F238E27FC236}">
                  <a16:creationId xmlns:a16="http://schemas.microsoft.com/office/drawing/2014/main" id="{DDF8CB6C-A8E0-4715-9C85-BF0324BCDC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8817042" y="5146243"/>
              <a:ext cx="721273" cy="510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직선 연결선 178">
              <a:extLst>
                <a:ext uri="{FF2B5EF4-FFF2-40B4-BE49-F238E27FC236}">
                  <a16:creationId xmlns:a16="http://schemas.microsoft.com/office/drawing/2014/main" id="{2545D970-F87C-4A50-B689-53DB3FDA6A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9538315" y="4897247"/>
              <a:ext cx="0" cy="25908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6" name="직선 연결선 176">
              <a:extLst>
                <a:ext uri="{FF2B5EF4-FFF2-40B4-BE49-F238E27FC236}">
                  <a16:creationId xmlns:a16="http://schemas.microsoft.com/office/drawing/2014/main" id="{B4F21AA4-2868-4191-BAF1-A1FD2F9CAC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38314" y="4910848"/>
              <a:ext cx="1516226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DD36D50-EF68-497F-866B-4785E7642BDC}"/>
                </a:ext>
              </a:extLst>
            </p:cNvPr>
            <p:cNvGrpSpPr/>
            <p:nvPr/>
          </p:nvGrpSpPr>
          <p:grpSpPr>
            <a:xfrm>
              <a:off x="8169643" y="3440850"/>
              <a:ext cx="2931087" cy="266753"/>
              <a:chOff x="8179291" y="2260429"/>
              <a:chExt cx="2931087" cy="266753"/>
            </a:xfrm>
          </p:grpSpPr>
          <p:cxnSp>
            <p:nvCxnSpPr>
              <p:cNvPr id="288" name="직선 연결선 176">
                <a:extLst>
                  <a:ext uri="{FF2B5EF4-FFF2-40B4-BE49-F238E27FC236}">
                    <a16:creationId xmlns:a16="http://schemas.microsoft.com/office/drawing/2014/main" id="{27E9925F-AB6A-4584-B888-49A4028A4B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179291" y="2527182"/>
                <a:ext cx="27295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9" name="직선 연결선 179">
                <a:extLst>
                  <a:ext uri="{FF2B5EF4-FFF2-40B4-BE49-F238E27FC236}">
                    <a16:creationId xmlns:a16="http://schemas.microsoft.com/office/drawing/2014/main" id="{19679AE0-5529-4759-9A00-AECDC08A08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20742" y="2519510"/>
                <a:ext cx="228963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0" name="직선 연결선 180">
                <a:extLst>
                  <a:ext uri="{FF2B5EF4-FFF2-40B4-BE49-F238E27FC236}">
                    <a16:creationId xmlns:a16="http://schemas.microsoft.com/office/drawing/2014/main" id="{E609F995-8D90-43B7-8323-9FDB18E223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2244" y="2262290"/>
                <a:ext cx="368498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3" name="직선 연결선 177">
                <a:extLst>
                  <a:ext uri="{FF2B5EF4-FFF2-40B4-BE49-F238E27FC236}">
                    <a16:creationId xmlns:a16="http://schemas.microsoft.com/office/drawing/2014/main" id="{054F419B-E1DA-4121-A058-E871187FC6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823862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7" name="직선 연결선 177">
                <a:extLst>
                  <a:ext uri="{FF2B5EF4-FFF2-40B4-BE49-F238E27FC236}">
                    <a16:creationId xmlns:a16="http://schemas.microsoft.com/office/drawing/2014/main" id="{EFBB3192-CCDD-4F9A-AA26-CB46030423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451849" y="2260429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31110B5-FFE4-40C9-8B82-D67C50E2456E}"/>
                </a:ext>
              </a:extLst>
            </p:cNvPr>
            <p:cNvGrpSpPr/>
            <p:nvPr/>
          </p:nvGrpSpPr>
          <p:grpSpPr>
            <a:xfrm>
              <a:off x="8214432" y="1671015"/>
              <a:ext cx="2945789" cy="272856"/>
              <a:chOff x="8214432" y="1842028"/>
              <a:chExt cx="2945789" cy="272856"/>
            </a:xfrm>
          </p:grpSpPr>
          <p:cxnSp>
            <p:nvCxnSpPr>
              <p:cNvPr id="312" name="직선 연결선 186">
                <a:extLst>
                  <a:ext uri="{FF2B5EF4-FFF2-40B4-BE49-F238E27FC236}">
                    <a16:creationId xmlns:a16="http://schemas.microsoft.com/office/drawing/2014/main" id="{903599FD-A939-49F3-9B74-E9DD007BE7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214432" y="2107636"/>
                <a:ext cx="782866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4" name="직선 연결선 178">
                <a:extLst>
                  <a:ext uri="{FF2B5EF4-FFF2-40B4-BE49-F238E27FC236}">
                    <a16:creationId xmlns:a16="http://schemas.microsoft.com/office/drawing/2014/main" id="{A44ACCA4-D26C-421E-8F8B-AA26EC1976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8656" y="1850515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5" name="직선 연결선 180">
                <a:extLst>
                  <a:ext uri="{FF2B5EF4-FFF2-40B4-BE49-F238E27FC236}">
                    <a16:creationId xmlns:a16="http://schemas.microsoft.com/office/drawing/2014/main" id="{9220D9AF-1930-48F5-AEAF-9C5D3A7AE0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505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6" name="직선 연결선 186">
                <a:extLst>
                  <a:ext uri="{FF2B5EF4-FFF2-40B4-BE49-F238E27FC236}">
                    <a16:creationId xmlns:a16="http://schemas.microsoft.com/office/drawing/2014/main" id="{D5A0A4BD-E80E-4637-A01A-FD72690595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4624" y="2114884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7" name="직선 연결선 177">
                <a:extLst>
                  <a:ext uri="{FF2B5EF4-FFF2-40B4-BE49-F238E27FC236}">
                    <a16:creationId xmlns:a16="http://schemas.microsoft.com/office/drawing/2014/main" id="{0AD09585-21EA-46EC-A6D1-A206AF9B5D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8" name="직선 연결선 178">
                <a:extLst>
                  <a:ext uri="{FF2B5EF4-FFF2-40B4-BE49-F238E27FC236}">
                    <a16:creationId xmlns:a16="http://schemas.microsoft.com/office/drawing/2014/main" id="{43EAE4D2-99A0-4585-ABA4-4B8B86494E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185548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9" name="직선 연결선 180">
                <a:extLst>
                  <a:ext uri="{FF2B5EF4-FFF2-40B4-BE49-F238E27FC236}">
                    <a16:creationId xmlns:a16="http://schemas.microsoft.com/office/drawing/2014/main" id="{B4F2C8C9-CAE8-42EC-A4B5-2D5DC54713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090142" y="1855488"/>
                <a:ext cx="381715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0" name="직선 연결선 186">
                <a:extLst>
                  <a:ext uri="{FF2B5EF4-FFF2-40B4-BE49-F238E27FC236}">
                    <a16:creationId xmlns:a16="http://schemas.microsoft.com/office/drawing/2014/main" id="{D286FBD7-DC7D-4C64-B84C-F6CFF8F892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1501" y="2107636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" name="직선 연결선 178">
                <a:extLst>
                  <a:ext uri="{FF2B5EF4-FFF2-40B4-BE49-F238E27FC236}">
                    <a16:creationId xmlns:a16="http://schemas.microsoft.com/office/drawing/2014/main" id="{78077D19-AE60-4D0E-8B57-CDAD61A781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1842028"/>
                <a:ext cx="0" cy="25908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43F95C3-82EF-448F-A8FC-BABBA4EF65E1}"/>
                </a:ext>
              </a:extLst>
            </p:cNvPr>
            <p:cNvGrpSpPr/>
            <p:nvPr/>
          </p:nvGrpSpPr>
          <p:grpSpPr>
            <a:xfrm>
              <a:off x="8214432" y="2733491"/>
              <a:ext cx="2886298" cy="492122"/>
              <a:chOff x="8214432" y="2701928"/>
              <a:chExt cx="2886298" cy="492122"/>
            </a:xfrm>
          </p:grpSpPr>
          <p:cxnSp>
            <p:nvCxnSpPr>
              <p:cNvPr id="411" name="직선 연결선 186">
                <a:extLst>
                  <a:ext uri="{FF2B5EF4-FFF2-40B4-BE49-F238E27FC236}">
                    <a16:creationId xmlns:a16="http://schemas.microsoft.com/office/drawing/2014/main" id="{47DA2B12-F962-484C-A396-FBF89AA268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4432" y="3169028"/>
                <a:ext cx="786751" cy="1867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2" name="직선 연결선 178">
                <a:extLst>
                  <a:ext uri="{FF2B5EF4-FFF2-40B4-BE49-F238E27FC236}">
                    <a16:creationId xmlns:a16="http://schemas.microsoft.com/office/drawing/2014/main" id="{40E8BC3F-26FE-4AA6-AB58-E91C3F4CB40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9388656" y="2710415"/>
                <a:ext cx="5968" cy="4676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3" name="직선 연결선 180">
                <a:extLst>
                  <a:ext uri="{FF2B5EF4-FFF2-40B4-BE49-F238E27FC236}">
                    <a16:creationId xmlns:a16="http://schemas.microsoft.com/office/drawing/2014/main" id="{D7E1D3AB-28C3-4BBA-B4E3-78F6E879C3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" name="직선 연결선 186">
                <a:extLst>
                  <a:ext uri="{FF2B5EF4-FFF2-40B4-BE49-F238E27FC236}">
                    <a16:creationId xmlns:a16="http://schemas.microsoft.com/office/drawing/2014/main" id="{EB676CE1-F8DE-49A8-B0F7-47CCD166DD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90757" y="3178098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5" name="직선 연결선 177">
                <a:extLst>
                  <a:ext uri="{FF2B5EF4-FFF2-40B4-BE49-F238E27FC236}">
                    <a16:creationId xmlns:a16="http://schemas.microsoft.com/office/drawing/2014/main" id="{7DDC3201-6710-454D-898A-88CCA08048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6" name="직선 연결선 178">
                <a:extLst>
                  <a:ext uri="{FF2B5EF4-FFF2-40B4-BE49-F238E27FC236}">
                    <a16:creationId xmlns:a16="http://schemas.microsoft.com/office/drawing/2014/main" id="{04451006-56FD-4C4D-ABF0-B367C4303D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7" name="직선 연결선 180">
                <a:extLst>
                  <a:ext uri="{FF2B5EF4-FFF2-40B4-BE49-F238E27FC236}">
                    <a16:creationId xmlns:a16="http://schemas.microsoft.com/office/drawing/2014/main" id="{E25BB624-B53E-4C51-A0BF-EBE778828B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8" name="직선 연결선 186">
                <a:extLst>
                  <a:ext uri="{FF2B5EF4-FFF2-40B4-BE49-F238E27FC236}">
                    <a16:creationId xmlns:a16="http://schemas.microsoft.com/office/drawing/2014/main" id="{61488E8F-3AF2-4350-915E-30736F8F30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9688" y="3185939"/>
                <a:ext cx="611042" cy="1761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9" name="직선 연결선 178">
                <a:extLst>
                  <a:ext uri="{FF2B5EF4-FFF2-40B4-BE49-F238E27FC236}">
                    <a16:creationId xmlns:a16="http://schemas.microsoft.com/office/drawing/2014/main" id="{E2494B8D-7574-4C6D-A5B6-45D0DBC2D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20" name="그룹 419">
              <a:extLst>
                <a:ext uri="{FF2B5EF4-FFF2-40B4-BE49-F238E27FC236}">
                  <a16:creationId xmlns:a16="http://schemas.microsoft.com/office/drawing/2014/main" id="{0CD62BCE-668B-4669-A9D3-114D65E5278B}"/>
                </a:ext>
              </a:extLst>
            </p:cNvPr>
            <p:cNvGrpSpPr/>
            <p:nvPr/>
          </p:nvGrpSpPr>
          <p:grpSpPr>
            <a:xfrm>
              <a:off x="8214432" y="2171521"/>
              <a:ext cx="2403449" cy="492122"/>
              <a:chOff x="8764959" y="2701928"/>
              <a:chExt cx="2403449" cy="492122"/>
            </a:xfrm>
          </p:grpSpPr>
          <p:cxnSp>
            <p:nvCxnSpPr>
              <p:cNvPr id="421" name="직선 연결선 186">
                <a:extLst>
                  <a:ext uri="{FF2B5EF4-FFF2-40B4-BE49-F238E27FC236}">
                    <a16:creationId xmlns:a16="http://schemas.microsoft.com/office/drawing/2014/main" id="{1FF0E647-CF01-419E-8DC3-2028DE93BD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64959" y="3168513"/>
                <a:ext cx="236224" cy="238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2" name="직선 연결선 178">
                <a:extLst>
                  <a:ext uri="{FF2B5EF4-FFF2-40B4-BE49-F238E27FC236}">
                    <a16:creationId xmlns:a16="http://schemas.microsoft.com/office/drawing/2014/main" id="{11E2FEB9-679C-4343-AB7E-8DA213D8E7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82306" y="2707240"/>
                <a:ext cx="0" cy="465874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3" name="직선 연결선 180">
                <a:extLst>
                  <a:ext uri="{FF2B5EF4-FFF2-40B4-BE49-F238E27FC236}">
                    <a16:creationId xmlns:a16="http://schemas.microsoft.com/office/drawing/2014/main" id="{5D964739-D75A-40C9-B41B-B1FC5AF478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8997298" y="2710415"/>
                <a:ext cx="387623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4" name="직선 연결선 186">
                <a:extLst>
                  <a:ext uri="{FF2B5EF4-FFF2-40B4-BE49-F238E27FC236}">
                    <a16:creationId xmlns:a16="http://schemas.microsoft.com/office/drawing/2014/main" id="{3371CA6A-2533-488C-9ECF-B33507C133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9387582" y="3174923"/>
                <a:ext cx="695519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5" name="직선 연결선 177">
                <a:extLst>
                  <a:ext uri="{FF2B5EF4-FFF2-40B4-BE49-F238E27FC236}">
                    <a16:creationId xmlns:a16="http://schemas.microsoft.com/office/drawing/2014/main" id="{5FDE0253-CA0B-4AA4-8720-52F553623D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90142" y="2702688"/>
                <a:ext cx="3886" cy="48501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6" name="직선 연결선 178">
                <a:extLst>
                  <a:ext uri="{FF2B5EF4-FFF2-40B4-BE49-F238E27FC236}">
                    <a16:creationId xmlns:a16="http://schemas.microsoft.com/office/drawing/2014/main" id="{7676FF81-82EB-4813-AEA9-0B2822DA4B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481501" y="2715388"/>
                <a:ext cx="3753" cy="478662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7" name="직선 연결선 180">
                <a:extLst>
                  <a:ext uri="{FF2B5EF4-FFF2-40B4-BE49-F238E27FC236}">
                    <a16:creationId xmlns:a16="http://schemas.microsoft.com/office/drawing/2014/main" id="{AFB5E75A-58FE-45DF-98E4-1966B3EB91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090141" y="2715388"/>
                <a:ext cx="40023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8" name="직선 연결선 186">
                <a:extLst>
                  <a:ext uri="{FF2B5EF4-FFF2-40B4-BE49-F238E27FC236}">
                    <a16:creationId xmlns:a16="http://schemas.microsoft.com/office/drawing/2014/main" id="{2C4351C4-3088-4D0C-AD29-41EBC3DBDD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10489688" y="3185939"/>
                <a:ext cx="678720" cy="0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9" name="직선 연결선 178">
                <a:extLst>
                  <a:ext uri="{FF2B5EF4-FFF2-40B4-BE49-F238E27FC236}">
                    <a16:creationId xmlns:a16="http://schemas.microsoft.com/office/drawing/2014/main" id="{6AC81894-1452-4683-89DD-48C0C41846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997298" y="2701928"/>
                <a:ext cx="3885" cy="476169"/>
              </a:xfrm>
              <a:prstGeom prst="line">
                <a:avLst/>
              </a:prstGeom>
              <a:noFill/>
              <a:ln w="19050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33" name="직선 연결선 177">
              <a:extLst>
                <a:ext uri="{FF2B5EF4-FFF2-40B4-BE49-F238E27FC236}">
                  <a16:creationId xmlns:a16="http://schemas.microsoft.com/office/drawing/2014/main" id="{F1B968A3-A8ED-42EB-A67A-CB63DAFF3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614063" y="2167308"/>
              <a:ext cx="3886" cy="48501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4" name="직선 연결선 178">
              <a:extLst>
                <a:ext uri="{FF2B5EF4-FFF2-40B4-BE49-F238E27FC236}">
                  <a16:creationId xmlns:a16="http://schemas.microsoft.com/office/drawing/2014/main" id="{E0C10863-E2D4-418D-A528-37BFBA7C8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986463" y="2175953"/>
              <a:ext cx="3753" cy="47866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5" name="직선 연결선 180">
              <a:extLst>
                <a:ext uri="{FF2B5EF4-FFF2-40B4-BE49-F238E27FC236}">
                  <a16:creationId xmlns:a16="http://schemas.microsoft.com/office/drawing/2014/main" id="{DDE07649-697B-44C4-ACBF-77955455E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610887" y="2176833"/>
              <a:ext cx="368380" cy="0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6" name="직선 연결선 186">
              <a:extLst>
                <a:ext uri="{FF2B5EF4-FFF2-40B4-BE49-F238E27FC236}">
                  <a16:creationId xmlns:a16="http://schemas.microsoft.com/office/drawing/2014/main" id="{E0B5A30F-0823-4012-835C-887878E80C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982442" y="2647383"/>
              <a:ext cx="144197" cy="30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FAF7F0E1-1308-476A-B4DD-2C2470088447}"/>
                </a:ext>
              </a:extLst>
            </p:cNvPr>
            <p:cNvGrpSpPr/>
            <p:nvPr/>
          </p:nvGrpSpPr>
          <p:grpSpPr>
            <a:xfrm rot="10800000" flipH="1">
              <a:off x="8278296" y="1161482"/>
              <a:ext cx="2704979" cy="4726074"/>
              <a:chOff x="6064177" y="2332770"/>
              <a:chExt cx="2254149" cy="2543320"/>
            </a:xfrm>
          </p:grpSpPr>
          <p:cxnSp>
            <p:nvCxnSpPr>
              <p:cNvPr id="471" name="직선 연결선 123">
                <a:extLst>
                  <a:ext uri="{FF2B5EF4-FFF2-40B4-BE49-F238E27FC236}">
                    <a16:creationId xmlns:a16="http://schemas.microsoft.com/office/drawing/2014/main" id="{FCAE209C-CABE-45FC-84DB-B7555019C74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64177" y="235609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2" name="직선 연결선 129">
                <a:extLst>
                  <a:ext uri="{FF2B5EF4-FFF2-40B4-BE49-F238E27FC236}">
                    <a16:creationId xmlns:a16="http://schemas.microsoft.com/office/drawing/2014/main" id="{65F3DEF9-B18A-42FE-A27C-D9861D384D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10830" y="235608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3" name="직선 연결선 130">
                <a:extLst>
                  <a:ext uri="{FF2B5EF4-FFF2-40B4-BE49-F238E27FC236}">
                    <a16:creationId xmlns:a16="http://schemas.microsoft.com/office/drawing/2014/main" id="{F8BF0A36-4C80-4B40-8701-01D711F7EE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16518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4" name="직선 연결선 131">
                <a:extLst>
                  <a:ext uri="{FF2B5EF4-FFF2-40B4-BE49-F238E27FC236}">
                    <a16:creationId xmlns:a16="http://schemas.microsoft.com/office/drawing/2014/main" id="{42193C39-F9C9-42B6-8E9A-E5EB6F7032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666583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5" name="직선 연결선 140">
                <a:extLst>
                  <a:ext uri="{FF2B5EF4-FFF2-40B4-BE49-F238E27FC236}">
                    <a16:creationId xmlns:a16="http://schemas.microsoft.com/office/drawing/2014/main" id="{510F6915-1EC8-412E-8B1D-34FBFDDD55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94986" y="2339748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6" name="직선 연결선 141">
                <a:extLst>
                  <a:ext uri="{FF2B5EF4-FFF2-40B4-BE49-F238E27FC236}">
                    <a16:creationId xmlns:a16="http://schemas.microsoft.com/office/drawing/2014/main" id="{7C1033CE-8B45-48E4-9CC6-81FFEF243B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119839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7" name="직선 연결선 146">
                <a:extLst>
                  <a:ext uri="{FF2B5EF4-FFF2-40B4-BE49-F238E27FC236}">
                    <a16:creationId xmlns:a16="http://schemas.microsoft.com/office/drawing/2014/main" id="{083FB1C3-9A2F-41AE-A2A9-E7C3C19A3D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452321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8" name="직선 연결선 155">
                <a:extLst>
                  <a:ext uri="{FF2B5EF4-FFF2-40B4-BE49-F238E27FC236}">
                    <a16:creationId xmlns:a16="http://schemas.microsoft.com/office/drawing/2014/main" id="{EAE5171F-B226-4F2C-9EBD-D42DF29C23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77287" y="2344782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9" name="직선 연결선 155">
                <a:extLst>
                  <a:ext uri="{FF2B5EF4-FFF2-40B4-BE49-F238E27FC236}">
                    <a16:creationId xmlns:a16="http://schemas.microsoft.com/office/drawing/2014/main" id="{771269AA-CE39-4BB6-A80C-C56FF7F009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13193" y="234478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0" name="직선 연결선 155">
                <a:extLst>
                  <a:ext uri="{FF2B5EF4-FFF2-40B4-BE49-F238E27FC236}">
                    <a16:creationId xmlns:a16="http://schemas.microsoft.com/office/drawing/2014/main" id="{376F6B70-414E-49CF-9467-251A9CEBBBF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18326" y="2332770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1" name="직선 연결선 480">
                <a:extLst>
                  <a:ext uri="{FF2B5EF4-FFF2-40B4-BE49-F238E27FC236}">
                    <a16:creationId xmlns:a16="http://schemas.microsoft.com/office/drawing/2014/main" id="{A6E84082-C05F-406A-AFD7-AA8BFF1F5B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903877" y="2339119"/>
                <a:ext cx="0" cy="2520000"/>
              </a:xfrm>
              <a:prstGeom prst="line">
                <a:avLst/>
              </a:prstGeom>
              <a:noFill/>
              <a:ln w="12700" algn="ctr">
                <a:solidFill>
                  <a:srgbClr val="4B4B4B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2" name="Text Box 240">
              <a:extLst>
                <a:ext uri="{FF2B5EF4-FFF2-40B4-BE49-F238E27FC236}">
                  <a16:creationId xmlns:a16="http://schemas.microsoft.com/office/drawing/2014/main" id="{C80DA9E9-C30B-4CBF-A58F-93C0931F3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54215" y="2286510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CKL1</a:t>
              </a:r>
            </a:p>
          </p:txBody>
        </p:sp>
        <p:sp>
          <p:nvSpPr>
            <p:cNvPr id="483" name="Text Box 240">
              <a:extLst>
                <a:ext uri="{FF2B5EF4-FFF2-40B4-BE49-F238E27FC236}">
                  <a16:creationId xmlns:a16="http://schemas.microsoft.com/office/drawing/2014/main" id="{9C4DCDDA-92A1-4F56-8853-125CAA70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7478631" y="2886849"/>
              <a:ext cx="1116021" cy="293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Arial" charset="0"/>
                  <a:ea typeface="굴림" charset="-127"/>
                </a:rPr>
                <a:t>CKL2</a:t>
              </a:r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266317D2-35DC-47AB-BF11-B9A27267DF6A}"/>
              </a:ext>
            </a:extLst>
          </p:cNvPr>
          <p:cNvSpPr txBox="1"/>
          <p:nvPr/>
        </p:nvSpPr>
        <p:spPr>
          <a:xfrm flipH="1">
            <a:off x="3959314" y="30949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T9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B7BCE1C0-7713-4163-94CA-9461E16793ED}"/>
              </a:ext>
            </a:extLst>
          </p:cNvPr>
          <p:cNvSpPr txBox="1"/>
          <p:nvPr/>
        </p:nvSpPr>
        <p:spPr>
          <a:xfrm flipH="1">
            <a:off x="3071552" y="3248595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T10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8B143056-6F13-4EF0-ADFC-45134A261AD5}"/>
              </a:ext>
            </a:extLst>
          </p:cNvPr>
          <p:cNvSpPr txBox="1"/>
          <p:nvPr/>
        </p:nvSpPr>
        <p:spPr>
          <a:xfrm flipH="1">
            <a:off x="1502550" y="3744857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T2_2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51B340C-E72C-4E56-965B-BCC5BF693D14}"/>
              </a:ext>
            </a:extLst>
          </p:cNvPr>
          <p:cNvSpPr txBox="1"/>
          <p:nvPr/>
        </p:nvSpPr>
        <p:spPr>
          <a:xfrm flipH="1">
            <a:off x="1974714" y="4144764"/>
            <a:ext cx="392386" cy="27699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 latinLnBrk="0">
              <a:defRPr/>
            </a:pPr>
            <a:r>
              <a:rPr lang="en-US" altLang="ko-KR" sz="1200" b="1" kern="0" dirty="0">
                <a:solidFill>
                  <a:prstClr val="black"/>
                </a:solidFill>
              </a:rPr>
              <a:t>T2_3</a:t>
            </a:r>
            <a:endParaRPr lang="ko-KR" altLang="en-US" sz="1200" b="1" kern="0" dirty="0">
              <a:solidFill>
                <a:prstClr val="black"/>
              </a:solidFill>
            </a:endParaRP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02EAB532-F1C9-4C13-A2EF-A687D042633E}"/>
              </a:ext>
            </a:extLst>
          </p:cNvPr>
          <p:cNvSpPr/>
          <p:nvPr/>
        </p:nvSpPr>
        <p:spPr>
          <a:xfrm>
            <a:off x="9949487" y="889557"/>
            <a:ext cx="1217403" cy="5009379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BD7D4A1-6966-4873-BBDC-4F792A1E4BF3}"/>
              </a:ext>
            </a:extLst>
          </p:cNvPr>
          <p:cNvSpPr txBox="1"/>
          <p:nvPr/>
        </p:nvSpPr>
        <p:spPr>
          <a:xfrm>
            <a:off x="10343048" y="831760"/>
            <a:ext cx="38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(4)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081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8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2" name="Rectangle 40">
            <a:extLst>
              <a:ext uri="{FF2B5EF4-FFF2-40B4-BE49-F238E27FC236}">
                <a16:creationId xmlns:a16="http://schemas.microsoft.com/office/drawing/2014/main" id="{7CC81D3A-3B24-41B9-9CF4-3F124A21B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0" y="173174"/>
            <a:ext cx="48992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3200" b="1" dirty="0">
                <a:latin typeface="+mj-ea"/>
                <a:ea typeface="+mj-ea"/>
              </a:rPr>
              <a:t>Q, </a:t>
            </a:r>
            <a:r>
              <a:rPr lang="en-US" altLang="ko-KR" sz="3200" b="1" dirty="0" err="1">
                <a:latin typeface="+mj-ea"/>
                <a:ea typeface="+mj-ea"/>
              </a:rPr>
              <a:t>Q</a:t>
            </a:r>
            <a:r>
              <a:rPr lang="en-US" altLang="ko-KR" sz="2500" b="1" dirty="0" err="1">
                <a:latin typeface="+mj-ea"/>
                <a:ea typeface="+mj-ea"/>
              </a:rPr>
              <a:t>b</a:t>
            </a:r>
            <a:r>
              <a:rPr lang="en-US" altLang="ko-KR" sz="2500" b="1" dirty="0">
                <a:latin typeface="+mj-ea"/>
                <a:ea typeface="+mj-ea"/>
              </a:rPr>
              <a:t> </a:t>
            </a:r>
            <a:r>
              <a:rPr lang="en-US" altLang="ko-KR" sz="3200" b="1" dirty="0">
                <a:latin typeface="+mj-ea"/>
                <a:ea typeface="+mj-ea"/>
              </a:rPr>
              <a:t>Simulation Result</a:t>
            </a:r>
            <a:endParaRPr lang="ko-KR" altLang="en-US" sz="3200" b="1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E01AE-7212-44F6-A282-4AB09239736C}"/>
              </a:ext>
            </a:extLst>
          </p:cNvPr>
          <p:cNvSpPr txBox="1"/>
          <p:nvPr/>
        </p:nvSpPr>
        <p:spPr>
          <a:xfrm>
            <a:off x="515956" y="922362"/>
            <a:ext cx="2699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• </a:t>
            </a:r>
            <a:r>
              <a:rPr lang="en-US" altLang="ko-KR" sz="1500" dirty="0">
                <a:latin typeface="+mn-ea"/>
              </a:rPr>
              <a:t>VTO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=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-2V</a:t>
            </a:r>
            <a:r>
              <a:rPr lang="ko-KR" altLang="en-US" sz="1500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523425-8361-474E-BD6C-2825FBA73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9" y="1597299"/>
            <a:ext cx="7086740" cy="424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7DDFC7A-C53F-4D45-A776-F9CA23D3B12E}"/>
              </a:ext>
            </a:extLst>
          </p:cNvPr>
          <p:cNvCxnSpPr/>
          <p:nvPr/>
        </p:nvCxnSpPr>
        <p:spPr bwMode="auto">
          <a:xfrm>
            <a:off x="1865784" y="709897"/>
            <a:ext cx="8460432" cy="0"/>
          </a:xfrm>
          <a:prstGeom prst="line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508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56564-65D9-4548-8DC3-61D8598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419" y="6493284"/>
            <a:ext cx="487581" cy="365125"/>
          </a:xfrm>
        </p:spPr>
        <p:txBody>
          <a:bodyPr/>
          <a:lstStyle/>
          <a:p>
            <a:fld id="{C4FA0926-60C7-499C-A34A-C0D31679E0A7}" type="slidenum">
              <a:rPr lang="ko-KR" altLang="en-US" sz="1600">
                <a:solidFill>
                  <a:schemeClr val="accent6">
                    <a:lumMod val="50000"/>
                  </a:schemeClr>
                </a:solidFill>
              </a:rPr>
              <a:t>9</a:t>
            </a:fld>
            <a:endParaRPr lang="ko-KR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DB3164B6-6282-4164-A637-1FD134F55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0" y="173174"/>
            <a:ext cx="51972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atinLnBrk="1">
              <a:lnSpc>
                <a:spcPct val="100000"/>
              </a:lnSpc>
            </a:pPr>
            <a:r>
              <a:rPr lang="en-US" altLang="ko-KR" sz="3200" b="1" dirty="0">
                <a:latin typeface="+mj-ea"/>
                <a:ea typeface="+mj-ea"/>
              </a:rPr>
              <a:t>Scan[n]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en-US" altLang="ko-KR" sz="3200" b="1" dirty="0">
                <a:latin typeface="+mj-ea"/>
                <a:ea typeface="+mj-ea"/>
              </a:rPr>
              <a:t>Simulation Result</a:t>
            </a:r>
            <a:endParaRPr lang="ko-KR" altLang="en-US" sz="3200" b="1" dirty="0"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A7DF30-4657-44C9-A296-455E640C2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576" y="933955"/>
            <a:ext cx="4094153" cy="256622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189DFF-3936-45E8-B34D-90C83F28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085" y="1183792"/>
            <a:ext cx="1612262" cy="68040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5DACF60-CBEF-4ABE-B038-D58C7999E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508" y="3785415"/>
            <a:ext cx="4047221" cy="264488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626ED3-7A4C-43F9-B2C2-3307BBFD1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680" y="4045418"/>
            <a:ext cx="1523667" cy="67406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61B047-9BE3-479F-A83E-ADE452D5C1EE}"/>
              </a:ext>
            </a:extLst>
          </p:cNvPr>
          <p:cNvSpPr/>
          <p:nvPr/>
        </p:nvSpPr>
        <p:spPr>
          <a:xfrm>
            <a:off x="9067309" y="2294849"/>
            <a:ext cx="94390" cy="94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41A76B-F220-4AAC-9D65-C1C880AA0805}"/>
              </a:ext>
            </a:extLst>
          </p:cNvPr>
          <p:cNvSpPr/>
          <p:nvPr/>
        </p:nvSpPr>
        <p:spPr>
          <a:xfrm>
            <a:off x="8582577" y="2294849"/>
            <a:ext cx="94390" cy="94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87AF549-4281-4E12-9C3E-BFBC6D225C53}"/>
              </a:ext>
            </a:extLst>
          </p:cNvPr>
          <p:cNvSpPr/>
          <p:nvPr/>
        </p:nvSpPr>
        <p:spPr>
          <a:xfrm>
            <a:off x="8582577" y="5514913"/>
            <a:ext cx="94390" cy="943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09CAE4-E56B-4253-BDA2-DA97924D8636}"/>
              </a:ext>
            </a:extLst>
          </p:cNvPr>
          <p:cNvSpPr/>
          <p:nvPr/>
        </p:nvSpPr>
        <p:spPr>
          <a:xfrm>
            <a:off x="8582577" y="5384095"/>
            <a:ext cx="94390" cy="94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A712EFA-A86B-442F-AE9D-89553043A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18" y="1381629"/>
            <a:ext cx="6128400" cy="32847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017D247-8D3B-47E9-A300-C1417D903FE0}"/>
              </a:ext>
            </a:extLst>
          </p:cNvPr>
          <p:cNvSpPr txBox="1"/>
          <p:nvPr/>
        </p:nvSpPr>
        <p:spPr>
          <a:xfrm>
            <a:off x="502118" y="845238"/>
            <a:ext cx="2699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• </a:t>
            </a:r>
            <a:r>
              <a:rPr lang="en-US" altLang="ko-KR" sz="1500" dirty="0">
                <a:latin typeface="+mn-ea"/>
              </a:rPr>
              <a:t>VTO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=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-2V</a:t>
            </a:r>
            <a:r>
              <a:rPr lang="ko-KR" altLang="en-US" sz="1500" dirty="0">
                <a:latin typeface="+mn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3584B9-09BB-454A-BA49-1F702D93E8BE}"/>
              </a:ext>
            </a:extLst>
          </p:cNvPr>
          <p:cNvSpPr txBox="1"/>
          <p:nvPr/>
        </p:nvSpPr>
        <p:spPr>
          <a:xfrm>
            <a:off x="2253838" y="4719483"/>
            <a:ext cx="2699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Scan 1 ~ 10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283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63068</TotalTime>
  <Words>406</Words>
  <Application>Microsoft Office PowerPoint</Application>
  <PresentationFormat>와이드스크린</PresentationFormat>
  <Paragraphs>244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유이경</dc:creator>
  <cp:lastModifiedBy>오정석</cp:lastModifiedBy>
  <cp:revision>5640</cp:revision>
  <cp:lastPrinted>2021-10-07T02:33:47Z</cp:lastPrinted>
  <dcterms:created xsi:type="dcterms:W3CDTF">2021-08-31T06:12:53Z</dcterms:created>
  <dcterms:modified xsi:type="dcterms:W3CDTF">2022-04-07T15:35:18Z</dcterms:modified>
</cp:coreProperties>
</file>